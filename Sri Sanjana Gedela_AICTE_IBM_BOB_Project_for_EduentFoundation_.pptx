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6"/>
  </p:notesMasterIdLst>
  <p:sldIdLst>
    <p:sldId id="290" r:id="rId2"/>
    <p:sldId id="291" r:id="rId3"/>
    <p:sldId id="292" r:id="rId4"/>
    <p:sldId id="311" r:id="rId5"/>
    <p:sldId id="293" r:id="rId6"/>
    <p:sldId id="294" r:id="rId7"/>
    <p:sldId id="295" r:id="rId8"/>
    <p:sldId id="296" r:id="rId9"/>
    <p:sldId id="297" r:id="rId10"/>
    <p:sldId id="310" r:id="rId11"/>
    <p:sldId id="298" r:id="rId12"/>
    <p:sldId id="299" r:id="rId13"/>
    <p:sldId id="300" r:id="rId14"/>
    <p:sldId id="301" r:id="rId15"/>
    <p:sldId id="302" r:id="rId16"/>
    <p:sldId id="303" r:id="rId17"/>
    <p:sldId id="313" r:id="rId18"/>
    <p:sldId id="314" r:id="rId19"/>
    <p:sldId id="304" r:id="rId20"/>
    <p:sldId id="305" r:id="rId21"/>
    <p:sldId id="306" r:id="rId22"/>
    <p:sldId id="307" r:id="rId23"/>
    <p:sldId id="308" r:id="rId24"/>
    <p:sldId id="309" r:id="rId2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7DED7-87E9-8FFE-C42B-07F44890EE69}" v="36" dt="2026-07-14T12:42:56.73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9" d="100"/>
          <a:sy n="59" d="100"/>
        </p:scale>
        <p:origin x="940"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customschemas.google.com/relationships/presentationmetadata" Target="metadata"/><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Shrivastava" userId="S::ashrivastava@edunetfoundation.org::c21995ab-fa37-4cde-b5a3-dec0fb9e9a10" providerId="AD" clId="Web-{088AD18C-7811-B1E2-9ED5-57A1A5542DF6}"/>
    <pc:docChg chg="addSld delSld modSld sldOrd">
      <pc:chgData name="Aman Shrivastava" userId="S::ashrivastava@edunetfoundation.org::c21995ab-fa37-4cde-b5a3-dec0fb9e9a10" providerId="AD" clId="Web-{088AD18C-7811-B1E2-9ED5-57A1A5542DF6}" dt="2026-06-19T06:28:44.546" v="262"/>
      <pc:docMkLst>
        <pc:docMk/>
      </pc:docMkLst>
      <pc:sldChg chg="addSp delSp modSp">
        <pc:chgData name="Aman Shrivastava" userId="S::ashrivastava@edunetfoundation.org::c21995ab-fa37-4cde-b5a3-dec0fb9e9a10" providerId="AD" clId="Web-{088AD18C-7811-B1E2-9ED5-57A1A5542DF6}" dt="2026-06-19T06:24:33.481" v="246"/>
        <pc:sldMkLst>
          <pc:docMk/>
          <pc:sldMk cId="0" sldId="257"/>
        </pc:sldMkLst>
        <pc:spChg chg="add mod">
          <ac:chgData name="Aman Shrivastava" userId="S::ashrivastava@edunetfoundation.org::c21995ab-fa37-4cde-b5a3-dec0fb9e9a10" providerId="AD" clId="Web-{088AD18C-7811-B1E2-9ED5-57A1A5542DF6}" dt="2026-06-19T06:23:34.731" v="211" actId="20577"/>
          <ac:spMkLst>
            <pc:docMk/>
            <pc:sldMk cId="0" sldId="257"/>
            <ac:spMk id="3" creationId="{B0B023FA-CFEB-ACE9-8425-7E72E307CDC5}"/>
          </ac:spMkLst>
        </pc:spChg>
      </pc:sldChg>
      <pc:sldChg chg="addSp delSp modSp">
        <pc:chgData name="Aman Shrivastava" userId="S::ashrivastava@edunetfoundation.org::c21995ab-fa37-4cde-b5a3-dec0fb9e9a10" providerId="AD" clId="Web-{088AD18C-7811-B1E2-9ED5-57A1A5542DF6}" dt="2026-06-19T06:15:34.945" v="78" actId="1076"/>
        <pc:sldMkLst>
          <pc:docMk/>
          <pc:sldMk cId="0" sldId="262"/>
        </pc:sldMkLst>
        <pc:picChg chg="add mod">
          <ac:chgData name="Aman Shrivastava" userId="S::ashrivastava@edunetfoundation.org::c21995ab-fa37-4cde-b5a3-dec0fb9e9a10" providerId="AD" clId="Web-{088AD18C-7811-B1E2-9ED5-57A1A5542DF6}" dt="2026-06-19T06:15:34.945" v="78" actId="1076"/>
          <ac:picMkLst>
            <pc:docMk/>
            <pc:sldMk cId="0" sldId="262"/>
            <ac:picMk id="3" creationId="{81932CE2-F219-0CA8-0102-55B8C682B8A2}"/>
          </ac:picMkLst>
        </pc:picChg>
      </pc:sldChg>
      <pc:sldChg chg="addSp delSp modSp">
        <pc:chgData name="Aman Shrivastava" userId="S::ashrivastava@edunetfoundation.org::c21995ab-fa37-4cde-b5a3-dec0fb9e9a10" providerId="AD" clId="Web-{088AD18C-7811-B1E2-9ED5-57A1A5542DF6}" dt="2026-06-19T06:25:36.169" v="257" actId="20577"/>
        <pc:sldMkLst>
          <pc:docMk/>
          <pc:sldMk cId="2115484872" sldId="277"/>
        </pc:sldMkLst>
        <pc:spChg chg="add mod">
          <ac:chgData name="Aman Shrivastava" userId="S::ashrivastava@edunetfoundation.org::c21995ab-fa37-4cde-b5a3-dec0fb9e9a10" providerId="AD" clId="Web-{088AD18C-7811-B1E2-9ED5-57A1A5542DF6}" dt="2026-06-19T06:25:32.075" v="255" actId="20577"/>
          <ac:spMkLst>
            <pc:docMk/>
            <pc:sldMk cId="2115484872" sldId="277"/>
            <ac:spMk id="14" creationId="{7B8E599E-5B1D-59CD-4F1D-CEF8D0CA327B}"/>
          </ac:spMkLst>
        </pc:spChg>
        <pc:spChg chg="add mod">
          <ac:chgData name="Aman Shrivastava" userId="S::ashrivastava@edunetfoundation.org::c21995ab-fa37-4cde-b5a3-dec0fb9e9a10" providerId="AD" clId="Web-{088AD18C-7811-B1E2-9ED5-57A1A5542DF6}" dt="2026-06-19T06:25:36.169" v="257" actId="20577"/>
          <ac:spMkLst>
            <pc:docMk/>
            <pc:sldMk cId="2115484872" sldId="277"/>
            <ac:spMk id="15" creationId="{B22EA981-5113-2D05-C1A2-169306E1D47C}"/>
          </ac:spMkLst>
        </pc:spChg>
        <pc:picChg chg="add mod">
          <ac:chgData name="Aman Shrivastava" userId="S::ashrivastava@edunetfoundation.org::c21995ab-fa37-4cde-b5a3-dec0fb9e9a10" providerId="AD" clId="Web-{088AD18C-7811-B1E2-9ED5-57A1A5542DF6}" dt="2026-06-19T06:25:26.403" v="253" actId="1076"/>
          <ac:picMkLst>
            <pc:docMk/>
            <pc:sldMk cId="2115484872" sldId="277"/>
            <ac:picMk id="12" creationId="{3E29AF1D-88C4-87E5-74DF-4E97121E06CE}"/>
          </ac:picMkLst>
        </pc:picChg>
        <pc:picChg chg="add mod">
          <ac:chgData name="Aman Shrivastava" userId="S::ashrivastava@edunetfoundation.org::c21995ab-fa37-4cde-b5a3-dec0fb9e9a10" providerId="AD" clId="Web-{088AD18C-7811-B1E2-9ED5-57A1A5542DF6}" dt="2026-06-19T06:25:26.403" v="254" actId="1076"/>
          <ac:picMkLst>
            <pc:docMk/>
            <pc:sldMk cId="2115484872" sldId="277"/>
            <ac:picMk id="13" creationId="{C81444F5-0692-DD67-1759-70821E53B029}"/>
          </ac:picMkLst>
        </pc:picChg>
      </pc:sldChg>
      <pc:sldChg chg="addSp delSp modSp add del ord">
        <pc:chgData name="Aman Shrivastava" userId="S::ashrivastava@edunetfoundation.org::c21995ab-fa37-4cde-b5a3-dec0fb9e9a10" providerId="AD" clId="Web-{088AD18C-7811-B1E2-9ED5-57A1A5542DF6}" dt="2026-06-19T06:28:44.546" v="262"/>
        <pc:sldMkLst>
          <pc:docMk/>
          <pc:sldMk cId="3764405840" sldId="278"/>
        </pc:sldMkLst>
        <pc:spChg chg="add del mod">
          <ac:chgData name="Aman Shrivastava" userId="S::ashrivastava@edunetfoundation.org::c21995ab-fa37-4cde-b5a3-dec0fb9e9a10" providerId="AD" clId="Web-{088AD18C-7811-B1E2-9ED5-57A1A5542DF6}" dt="2026-06-19T06:06:19.065" v="68" actId="20577"/>
          <ac:spMkLst>
            <pc:docMk/>
            <pc:sldMk cId="3764405840" sldId="278"/>
            <ac:spMk id="2" creationId="{151FBD4A-3273-E454-091D-D5B0678FC299}"/>
          </ac:spMkLst>
        </pc:spChg>
      </pc:sldChg>
      <pc:sldChg chg="addSp delSp modSp">
        <pc:chgData name="Aman Shrivastava" userId="S::ashrivastava@edunetfoundation.org::c21995ab-fa37-4cde-b5a3-dec0fb9e9a10" providerId="AD" clId="Web-{088AD18C-7811-B1E2-9ED5-57A1A5542DF6}" dt="2026-06-19T06:11:15.349" v="75" actId="1076"/>
        <pc:sldMkLst>
          <pc:docMk/>
          <pc:sldMk cId="2772501912" sldId="279"/>
        </pc:sldMkLst>
        <pc:picChg chg="add mod">
          <ac:chgData name="Aman Shrivastava" userId="S::ashrivastava@edunetfoundation.org::c21995ab-fa37-4cde-b5a3-dec0fb9e9a10" providerId="AD" clId="Web-{088AD18C-7811-B1E2-9ED5-57A1A5542DF6}" dt="2026-06-19T06:11:15.349" v="75" actId="1076"/>
          <ac:picMkLst>
            <pc:docMk/>
            <pc:sldMk cId="2772501912" sldId="279"/>
            <ac:picMk id="4" creationId="{C597681A-DF93-B190-DD21-CBAEDA4E3CBF}"/>
          </ac:picMkLst>
        </pc:picChg>
      </pc:sldChg>
      <pc:sldChg chg="addSp delSp ord">
        <pc:chgData name="Aman Shrivastava" userId="S::ashrivastava@edunetfoundation.org::c21995ab-fa37-4cde-b5a3-dec0fb9e9a10" providerId="AD" clId="Web-{088AD18C-7811-B1E2-9ED5-57A1A5542DF6}" dt="2026-06-19T06:27:30.076" v="259"/>
        <pc:sldMkLst>
          <pc:docMk/>
          <pc:sldMk cId="2605851928" sldId="287"/>
        </pc:sldMkLst>
      </pc:sldChg>
      <pc:sldChg chg="addSp delSp modSp new">
        <pc:chgData name="Aman Shrivastava" userId="S::ashrivastava@edunetfoundation.org::c21995ab-fa37-4cde-b5a3-dec0fb9e9a10" providerId="AD" clId="Web-{088AD18C-7811-B1E2-9ED5-57A1A5542DF6}" dt="2026-06-19T05:49:31.148" v="36" actId="20577"/>
        <pc:sldMkLst>
          <pc:docMk/>
          <pc:sldMk cId="1229047658" sldId="288"/>
        </pc:sldMkLst>
        <pc:spChg chg="add mod">
          <ac:chgData name="Aman Shrivastava" userId="S::ashrivastava@edunetfoundation.org::c21995ab-fa37-4cde-b5a3-dec0fb9e9a10" providerId="AD" clId="Web-{088AD18C-7811-B1E2-9ED5-57A1A5542DF6}" dt="2026-06-19T05:49:31.148" v="36" actId="20577"/>
          <ac:spMkLst>
            <pc:docMk/>
            <pc:sldMk cId="1229047658" sldId="288"/>
            <ac:spMk id="6" creationId="{3F1C7BCA-5DD7-F4D3-A937-D1C56976DA01}"/>
          </ac:spMkLst>
        </pc:spChg>
      </pc:sldChg>
    </pc:docChg>
  </pc:docChgLst>
  <pc:docChgLst>
    <pc:chgData name="Aman Shrivastava" userId="S::ashrivastava@edunetfoundation.org::c21995ab-fa37-4cde-b5a3-dec0fb9e9a10" providerId="AD" clId="Web-{E27D249D-B118-0810-7731-E1B1C378D9D3}"/>
    <pc:docChg chg="modSld">
      <pc:chgData name="Aman Shrivastava" userId="S::ashrivastava@edunetfoundation.org::c21995ab-fa37-4cde-b5a3-dec0fb9e9a10" providerId="AD" clId="Web-{E27D249D-B118-0810-7731-E1B1C378D9D3}" dt="2026-06-19T09:09:54.163" v="1" actId="20577"/>
      <pc:docMkLst>
        <pc:docMk/>
      </pc:docMkLst>
      <pc:sldChg chg="modSp">
        <pc:chgData name="Aman Shrivastava" userId="S::ashrivastava@edunetfoundation.org::c21995ab-fa37-4cde-b5a3-dec0fb9e9a10" providerId="AD" clId="Web-{E27D249D-B118-0810-7731-E1B1C378D9D3}" dt="2026-06-19T09:09:54.163" v="1" actId="20577"/>
        <pc:sldMkLst>
          <pc:docMk/>
          <pc:sldMk cId="3764405840" sldId="278"/>
        </pc:sldMkLst>
        <pc:spChg chg="mod">
          <ac:chgData name="Aman Shrivastava" userId="S::ashrivastava@edunetfoundation.org::c21995ab-fa37-4cde-b5a3-dec0fb9e9a10" providerId="AD" clId="Web-{E27D249D-B118-0810-7731-E1B1C378D9D3}" dt="2026-06-19T09:09:54.163" v="1" actId="20577"/>
          <ac:spMkLst>
            <pc:docMk/>
            <pc:sldMk cId="3764405840" sldId="278"/>
            <ac:spMk id="3" creationId="{4A7608B5-9906-EFCF-959A-E89FC2E3EE19}"/>
          </ac:spMkLst>
        </pc:spChg>
      </pc:sldChg>
    </pc:docChg>
  </pc:docChgLst>
  <pc:docChgLst>
    <pc:chgData name="Bhupesh Vyankat Ther" userId="S::bvther@edunetfoundation.org::3dcf1697-dd97-45f9-859f-b5bba4487417" providerId="AD" clId="Web-{9DDCDCB8-E336-06C9-9BC1-C212CD122CD0}"/>
    <pc:docChg chg="modSld">
      <pc:chgData name="Bhupesh Vyankat Ther" userId="S::bvther@edunetfoundation.org::3dcf1697-dd97-45f9-859f-b5bba4487417" providerId="AD" clId="Web-{9DDCDCB8-E336-06C9-9BC1-C212CD122CD0}" dt="2026-06-23T04:41:50.196" v="0" actId="1076"/>
      <pc:docMkLst>
        <pc:docMk/>
      </pc:docMkLst>
      <pc:sldChg chg="modSp">
        <pc:chgData name="Bhupesh Vyankat Ther" userId="S::bvther@edunetfoundation.org::3dcf1697-dd97-45f9-859f-b5bba4487417" providerId="AD" clId="Web-{9DDCDCB8-E336-06C9-9BC1-C212CD122CD0}" dt="2026-06-23T04:41:50.196" v="0" actId="1076"/>
        <pc:sldMkLst>
          <pc:docMk/>
          <pc:sldMk cId="1229047658" sldId="288"/>
        </pc:sldMkLst>
        <pc:picChg chg="mod">
          <ac:chgData name="Bhupesh Vyankat Ther" userId="S::bvther@edunetfoundation.org::3dcf1697-dd97-45f9-859f-b5bba4487417" providerId="AD" clId="Web-{9DDCDCB8-E336-06C9-9BC1-C212CD122CD0}" dt="2026-06-23T04:41:50.196" v="0" actId="1076"/>
          <ac:picMkLst>
            <pc:docMk/>
            <pc:sldMk cId="1229047658" sldId="288"/>
            <ac:picMk id="4" creationId="{A037CFD0-B7FF-D9BE-3433-88E5844EF332}"/>
          </ac:picMkLst>
        </pc:picChg>
      </pc:sldChg>
    </pc:docChg>
  </pc:docChgLst>
  <pc:docChgLst>
    <pc:chgData name="Aswini Kumar Motapothula" userId="S::aswinikumar@edunetfoundation.org::8849ae8d-bc89-4217-899c-9440ffcae5bb" providerId="AD" clId="Web-{5597DED7-87E9-8FFE-C42B-07F44890EE69}"/>
    <pc:docChg chg="addSld delSld">
      <pc:chgData name="Aswini Kumar Motapothula" userId="S::aswinikumar@edunetfoundation.org::8849ae8d-bc89-4217-899c-9440ffcae5bb" providerId="AD" clId="Web-{5597DED7-87E9-8FFE-C42B-07F44890EE69}" dt="2026-07-14T12:42:56.737" v="35"/>
      <pc:docMkLst>
        <pc:docMk/>
      </pc:docMkLst>
      <pc:sldChg chg="del">
        <pc:chgData name="Aswini Kumar Motapothula" userId="S::aswinikumar@edunetfoundation.org::8849ae8d-bc89-4217-899c-9440ffcae5bb" providerId="AD" clId="Web-{5597DED7-87E9-8FFE-C42B-07F44890EE69}" dt="2026-07-14T12:42:56.737" v="35"/>
        <pc:sldMkLst>
          <pc:docMk/>
          <pc:sldMk cId="0" sldId="257"/>
        </pc:sldMkLst>
      </pc:sldChg>
      <pc:sldChg chg="del">
        <pc:chgData name="Aswini Kumar Motapothula" userId="S::aswinikumar@edunetfoundation.org::8849ae8d-bc89-4217-899c-9440ffcae5bb" providerId="AD" clId="Web-{5597DED7-87E9-8FFE-C42B-07F44890EE69}" dt="2026-07-14T12:42:56.737" v="29"/>
        <pc:sldMkLst>
          <pc:docMk/>
          <pc:sldMk cId="0" sldId="262"/>
        </pc:sldMkLst>
      </pc:sldChg>
      <pc:sldChg chg="del">
        <pc:chgData name="Aswini Kumar Motapothula" userId="S::aswinikumar@edunetfoundation.org::8849ae8d-bc89-4217-899c-9440ffcae5bb" providerId="AD" clId="Web-{5597DED7-87E9-8FFE-C42B-07F44890EE69}" dt="2026-07-14T12:42:56.737" v="28"/>
        <pc:sldMkLst>
          <pc:docMk/>
          <pc:sldMk cId="0" sldId="264"/>
        </pc:sldMkLst>
      </pc:sldChg>
      <pc:sldChg chg="del">
        <pc:chgData name="Aswini Kumar Motapothula" userId="S::aswinikumar@edunetfoundation.org::8849ae8d-bc89-4217-899c-9440ffcae5bb" providerId="AD" clId="Web-{5597DED7-87E9-8FFE-C42B-07F44890EE69}" dt="2026-07-14T12:42:56.721" v="21"/>
        <pc:sldMkLst>
          <pc:docMk/>
          <pc:sldMk cId="0" sldId="276"/>
        </pc:sldMkLst>
      </pc:sldChg>
      <pc:sldChg chg="del">
        <pc:chgData name="Aswini Kumar Motapothula" userId="S::aswinikumar@edunetfoundation.org::8849ae8d-bc89-4217-899c-9440ffcae5bb" providerId="AD" clId="Web-{5597DED7-87E9-8FFE-C42B-07F44890EE69}" dt="2026-07-14T12:42:56.737" v="27"/>
        <pc:sldMkLst>
          <pc:docMk/>
          <pc:sldMk cId="2115484872" sldId="277"/>
        </pc:sldMkLst>
      </pc:sldChg>
      <pc:sldChg chg="del">
        <pc:chgData name="Aswini Kumar Motapothula" userId="S::aswinikumar@edunetfoundation.org::8849ae8d-bc89-4217-899c-9440ffcae5bb" providerId="AD" clId="Web-{5597DED7-87E9-8FFE-C42B-07F44890EE69}" dt="2026-07-14T12:42:56.737" v="32"/>
        <pc:sldMkLst>
          <pc:docMk/>
          <pc:sldMk cId="3764405840" sldId="278"/>
        </pc:sldMkLst>
      </pc:sldChg>
      <pc:sldChg chg="del">
        <pc:chgData name="Aswini Kumar Motapothula" userId="S::aswinikumar@edunetfoundation.org::8849ae8d-bc89-4217-899c-9440ffcae5bb" providerId="AD" clId="Web-{5597DED7-87E9-8FFE-C42B-07F44890EE69}" dt="2026-07-14T12:42:56.737" v="30"/>
        <pc:sldMkLst>
          <pc:docMk/>
          <pc:sldMk cId="2772501912" sldId="279"/>
        </pc:sldMkLst>
      </pc:sldChg>
      <pc:sldChg chg="del">
        <pc:chgData name="Aswini Kumar Motapothula" userId="S::aswinikumar@edunetfoundation.org::8849ae8d-bc89-4217-899c-9440ffcae5bb" providerId="AD" clId="Web-{5597DED7-87E9-8FFE-C42B-07F44890EE69}" dt="2026-07-14T12:42:56.721" v="24"/>
        <pc:sldMkLst>
          <pc:docMk/>
          <pc:sldMk cId="2136706720" sldId="280"/>
        </pc:sldMkLst>
      </pc:sldChg>
      <pc:sldChg chg="del">
        <pc:chgData name="Aswini Kumar Motapothula" userId="S::aswinikumar@edunetfoundation.org::8849ae8d-bc89-4217-899c-9440ffcae5bb" providerId="AD" clId="Web-{5597DED7-87E9-8FFE-C42B-07F44890EE69}" dt="2026-07-14T12:42:56.737" v="31"/>
        <pc:sldMkLst>
          <pc:docMk/>
          <pc:sldMk cId="328526394" sldId="281"/>
        </pc:sldMkLst>
      </pc:sldChg>
      <pc:sldChg chg="del">
        <pc:chgData name="Aswini Kumar Motapothula" userId="S::aswinikumar@edunetfoundation.org::8849ae8d-bc89-4217-899c-9440ffcae5bb" providerId="AD" clId="Web-{5597DED7-87E9-8FFE-C42B-07F44890EE69}" dt="2026-07-14T12:42:56.737" v="34"/>
        <pc:sldMkLst>
          <pc:docMk/>
          <pc:sldMk cId="2952584201" sldId="282"/>
        </pc:sldMkLst>
      </pc:sldChg>
      <pc:sldChg chg="del">
        <pc:chgData name="Aswini Kumar Motapothula" userId="S::aswinikumar@edunetfoundation.org::8849ae8d-bc89-4217-899c-9440ffcae5bb" providerId="AD" clId="Web-{5597DED7-87E9-8FFE-C42B-07F44890EE69}" dt="2026-07-14T12:42:42.455" v="20"/>
        <pc:sldMkLst>
          <pc:docMk/>
          <pc:sldMk cId="957564641" sldId="283"/>
        </pc:sldMkLst>
      </pc:sldChg>
      <pc:sldChg chg="del">
        <pc:chgData name="Aswini Kumar Motapothula" userId="S::aswinikumar@edunetfoundation.org::8849ae8d-bc89-4217-899c-9440ffcae5bb" providerId="AD" clId="Web-{5597DED7-87E9-8FFE-C42B-07F44890EE69}" dt="2026-07-14T12:42:56.737" v="33"/>
        <pc:sldMkLst>
          <pc:docMk/>
          <pc:sldMk cId="2290294991" sldId="285"/>
        </pc:sldMkLst>
      </pc:sldChg>
      <pc:sldChg chg="del">
        <pc:chgData name="Aswini Kumar Motapothula" userId="S::aswinikumar@edunetfoundation.org::8849ae8d-bc89-4217-899c-9440ffcae5bb" providerId="AD" clId="Web-{5597DED7-87E9-8FFE-C42B-07F44890EE69}" dt="2026-07-14T12:42:56.737" v="26"/>
        <pc:sldMkLst>
          <pc:docMk/>
          <pc:sldMk cId="917964102" sldId="286"/>
        </pc:sldMkLst>
      </pc:sldChg>
      <pc:sldChg chg="del">
        <pc:chgData name="Aswini Kumar Motapothula" userId="S::aswinikumar@edunetfoundation.org::8849ae8d-bc89-4217-899c-9440ffcae5bb" providerId="AD" clId="Web-{5597DED7-87E9-8FFE-C42B-07F44890EE69}" dt="2026-07-14T12:42:56.721" v="25"/>
        <pc:sldMkLst>
          <pc:docMk/>
          <pc:sldMk cId="2605851928" sldId="287"/>
        </pc:sldMkLst>
      </pc:sldChg>
      <pc:sldChg chg="del">
        <pc:chgData name="Aswini Kumar Motapothula" userId="S::aswinikumar@edunetfoundation.org::8849ae8d-bc89-4217-899c-9440ffcae5bb" providerId="AD" clId="Web-{5597DED7-87E9-8FFE-C42B-07F44890EE69}" dt="2026-07-14T12:42:56.721" v="23"/>
        <pc:sldMkLst>
          <pc:docMk/>
          <pc:sldMk cId="1229047658" sldId="288"/>
        </pc:sldMkLst>
      </pc:sldChg>
      <pc:sldChg chg="del">
        <pc:chgData name="Aswini Kumar Motapothula" userId="S::aswinikumar@edunetfoundation.org::8849ae8d-bc89-4217-899c-9440ffcae5bb" providerId="AD" clId="Web-{5597DED7-87E9-8FFE-C42B-07F44890EE69}" dt="2026-07-14T12:42:56.721" v="22"/>
        <pc:sldMkLst>
          <pc:docMk/>
          <pc:sldMk cId="2506610743" sldId="289"/>
        </pc:sldMkLst>
      </pc:sldChg>
      <pc:sldChg chg="add">
        <pc:chgData name="Aswini Kumar Motapothula" userId="S::aswinikumar@edunetfoundation.org::8849ae8d-bc89-4217-899c-9440ffcae5bb" providerId="AD" clId="Web-{5597DED7-87E9-8FFE-C42B-07F44890EE69}" dt="2026-07-14T12:42:28.157" v="0"/>
        <pc:sldMkLst>
          <pc:docMk/>
          <pc:sldMk cId="3828559527" sldId="290"/>
        </pc:sldMkLst>
      </pc:sldChg>
      <pc:sldChg chg="add">
        <pc:chgData name="Aswini Kumar Motapothula" userId="S::aswinikumar@edunetfoundation.org::8849ae8d-bc89-4217-899c-9440ffcae5bb" providerId="AD" clId="Web-{5597DED7-87E9-8FFE-C42B-07F44890EE69}" dt="2026-07-14T12:42:28.204" v="1"/>
        <pc:sldMkLst>
          <pc:docMk/>
          <pc:sldMk cId="952317876" sldId="291"/>
        </pc:sldMkLst>
      </pc:sldChg>
      <pc:sldChg chg="add">
        <pc:chgData name="Aswini Kumar Motapothula" userId="S::aswinikumar@edunetfoundation.org::8849ae8d-bc89-4217-899c-9440ffcae5bb" providerId="AD" clId="Web-{5597DED7-87E9-8FFE-C42B-07F44890EE69}" dt="2026-07-14T12:42:28.266" v="2"/>
        <pc:sldMkLst>
          <pc:docMk/>
          <pc:sldMk cId="261653373" sldId="292"/>
        </pc:sldMkLst>
      </pc:sldChg>
      <pc:sldChg chg="add">
        <pc:chgData name="Aswini Kumar Motapothula" userId="S::aswinikumar@edunetfoundation.org::8849ae8d-bc89-4217-899c-9440ffcae5bb" providerId="AD" clId="Web-{5597DED7-87E9-8FFE-C42B-07F44890EE69}" dt="2026-07-14T12:42:28.313" v="3"/>
        <pc:sldMkLst>
          <pc:docMk/>
          <pc:sldMk cId="619459906" sldId="293"/>
        </pc:sldMkLst>
      </pc:sldChg>
      <pc:sldChg chg="add">
        <pc:chgData name="Aswini Kumar Motapothula" userId="S::aswinikumar@edunetfoundation.org::8849ae8d-bc89-4217-899c-9440ffcae5bb" providerId="AD" clId="Web-{5597DED7-87E9-8FFE-C42B-07F44890EE69}" dt="2026-07-14T12:42:28.360" v="4"/>
        <pc:sldMkLst>
          <pc:docMk/>
          <pc:sldMk cId="443603904" sldId="294"/>
        </pc:sldMkLst>
      </pc:sldChg>
      <pc:sldChg chg="add">
        <pc:chgData name="Aswini Kumar Motapothula" userId="S::aswinikumar@edunetfoundation.org::8849ae8d-bc89-4217-899c-9440ffcae5bb" providerId="AD" clId="Web-{5597DED7-87E9-8FFE-C42B-07F44890EE69}" dt="2026-07-14T12:42:28.563" v="5"/>
        <pc:sldMkLst>
          <pc:docMk/>
          <pc:sldMk cId="3114963633" sldId="295"/>
        </pc:sldMkLst>
      </pc:sldChg>
      <pc:sldChg chg="add">
        <pc:chgData name="Aswini Kumar Motapothula" userId="S::aswinikumar@edunetfoundation.org::8849ae8d-bc89-4217-899c-9440ffcae5bb" providerId="AD" clId="Web-{5597DED7-87E9-8FFE-C42B-07F44890EE69}" dt="2026-07-14T12:42:28.735" v="6"/>
        <pc:sldMkLst>
          <pc:docMk/>
          <pc:sldMk cId="1316545553" sldId="296"/>
        </pc:sldMkLst>
      </pc:sldChg>
      <pc:sldChg chg="add">
        <pc:chgData name="Aswini Kumar Motapothula" userId="S::aswinikumar@edunetfoundation.org::8849ae8d-bc89-4217-899c-9440ffcae5bb" providerId="AD" clId="Web-{5597DED7-87E9-8FFE-C42B-07F44890EE69}" dt="2026-07-14T12:42:28.923" v="7"/>
        <pc:sldMkLst>
          <pc:docMk/>
          <pc:sldMk cId="232371894" sldId="297"/>
        </pc:sldMkLst>
      </pc:sldChg>
      <pc:sldChg chg="add">
        <pc:chgData name="Aswini Kumar Motapothula" userId="S::aswinikumar@edunetfoundation.org::8849ae8d-bc89-4217-899c-9440ffcae5bb" providerId="AD" clId="Web-{5597DED7-87E9-8FFE-C42B-07F44890EE69}" dt="2026-07-14T12:42:29.094" v="8"/>
        <pc:sldMkLst>
          <pc:docMk/>
          <pc:sldMk cId="445195169" sldId="298"/>
        </pc:sldMkLst>
      </pc:sldChg>
      <pc:sldChg chg="add">
        <pc:chgData name="Aswini Kumar Motapothula" userId="S::aswinikumar@edunetfoundation.org::8849ae8d-bc89-4217-899c-9440ffcae5bb" providerId="AD" clId="Web-{5597DED7-87E9-8FFE-C42B-07F44890EE69}" dt="2026-07-14T12:42:29.235" v="9"/>
        <pc:sldMkLst>
          <pc:docMk/>
          <pc:sldMk cId="4000696967" sldId="299"/>
        </pc:sldMkLst>
      </pc:sldChg>
      <pc:sldChg chg="add">
        <pc:chgData name="Aswini Kumar Motapothula" userId="S::aswinikumar@edunetfoundation.org::8849ae8d-bc89-4217-899c-9440ffcae5bb" providerId="AD" clId="Web-{5597DED7-87E9-8FFE-C42B-07F44890EE69}" dt="2026-07-14T12:42:29.345" v="10"/>
        <pc:sldMkLst>
          <pc:docMk/>
          <pc:sldMk cId="893417001" sldId="300"/>
        </pc:sldMkLst>
      </pc:sldChg>
      <pc:sldChg chg="add">
        <pc:chgData name="Aswini Kumar Motapothula" userId="S::aswinikumar@edunetfoundation.org::8849ae8d-bc89-4217-899c-9440ffcae5bb" providerId="AD" clId="Web-{5597DED7-87E9-8FFE-C42B-07F44890EE69}" dt="2026-07-14T12:42:29.548" v="11"/>
        <pc:sldMkLst>
          <pc:docMk/>
          <pc:sldMk cId="1429961814" sldId="301"/>
        </pc:sldMkLst>
      </pc:sldChg>
      <pc:sldChg chg="add">
        <pc:chgData name="Aswini Kumar Motapothula" userId="S::aswinikumar@edunetfoundation.org::8849ae8d-bc89-4217-899c-9440ffcae5bb" providerId="AD" clId="Web-{5597DED7-87E9-8FFE-C42B-07F44890EE69}" dt="2026-07-14T12:42:29.704" v="12"/>
        <pc:sldMkLst>
          <pc:docMk/>
          <pc:sldMk cId="3585092305" sldId="302"/>
        </pc:sldMkLst>
      </pc:sldChg>
      <pc:sldChg chg="add">
        <pc:chgData name="Aswini Kumar Motapothula" userId="S::aswinikumar@edunetfoundation.org::8849ae8d-bc89-4217-899c-9440ffcae5bb" providerId="AD" clId="Web-{5597DED7-87E9-8FFE-C42B-07F44890EE69}" dt="2026-07-14T12:42:29.876" v="13"/>
        <pc:sldMkLst>
          <pc:docMk/>
          <pc:sldMk cId="2601907186" sldId="303"/>
        </pc:sldMkLst>
      </pc:sldChg>
      <pc:sldChg chg="add">
        <pc:chgData name="Aswini Kumar Motapothula" userId="S::aswinikumar@edunetfoundation.org::8849ae8d-bc89-4217-899c-9440ffcae5bb" providerId="AD" clId="Web-{5597DED7-87E9-8FFE-C42B-07F44890EE69}" dt="2026-07-14T12:42:29.938" v="14"/>
        <pc:sldMkLst>
          <pc:docMk/>
          <pc:sldMk cId="2325282270" sldId="304"/>
        </pc:sldMkLst>
      </pc:sldChg>
      <pc:sldChg chg="add">
        <pc:chgData name="Aswini Kumar Motapothula" userId="S::aswinikumar@edunetfoundation.org::8849ae8d-bc89-4217-899c-9440ffcae5bb" providerId="AD" clId="Web-{5597DED7-87E9-8FFE-C42B-07F44890EE69}" dt="2026-07-14T12:42:29.970" v="15"/>
        <pc:sldMkLst>
          <pc:docMk/>
          <pc:sldMk cId="4040412275" sldId="305"/>
        </pc:sldMkLst>
      </pc:sldChg>
      <pc:sldChg chg="add">
        <pc:chgData name="Aswini Kumar Motapothula" userId="S::aswinikumar@edunetfoundation.org::8849ae8d-bc89-4217-899c-9440ffcae5bb" providerId="AD" clId="Web-{5597DED7-87E9-8FFE-C42B-07F44890EE69}" dt="2026-07-14T12:42:30.016" v="16"/>
        <pc:sldMkLst>
          <pc:docMk/>
          <pc:sldMk cId="740028465" sldId="306"/>
        </pc:sldMkLst>
      </pc:sldChg>
      <pc:sldChg chg="add">
        <pc:chgData name="Aswini Kumar Motapothula" userId="S::aswinikumar@edunetfoundation.org::8849ae8d-bc89-4217-899c-9440ffcae5bb" providerId="AD" clId="Web-{5597DED7-87E9-8FFE-C42B-07F44890EE69}" dt="2026-07-14T12:42:30.157" v="17"/>
        <pc:sldMkLst>
          <pc:docMk/>
          <pc:sldMk cId="2833482715" sldId="307"/>
        </pc:sldMkLst>
      </pc:sldChg>
      <pc:sldChg chg="add">
        <pc:chgData name="Aswini Kumar Motapothula" userId="S::aswinikumar@edunetfoundation.org::8849ae8d-bc89-4217-899c-9440ffcae5bb" providerId="AD" clId="Web-{5597DED7-87E9-8FFE-C42B-07F44890EE69}" dt="2026-07-14T12:42:30.282" v="18"/>
        <pc:sldMkLst>
          <pc:docMk/>
          <pc:sldMk cId="4175177701" sldId="308"/>
        </pc:sldMkLst>
      </pc:sldChg>
      <pc:sldChg chg="add">
        <pc:chgData name="Aswini Kumar Motapothula" userId="S::aswinikumar@edunetfoundation.org::8849ae8d-bc89-4217-899c-9440ffcae5bb" providerId="AD" clId="Web-{5597DED7-87E9-8FFE-C42B-07F44890EE69}" dt="2026-07-14T12:42:30.391" v="19"/>
        <pc:sldMkLst>
          <pc:docMk/>
          <pc:sldMk cId="1440137342" sldId="309"/>
        </pc:sldMkLst>
      </pc:sldChg>
    </pc:docChg>
  </pc:docChgLst>
  <pc:docChgLst>
    <pc:chgData name="Aswini Kumar Motapothula" userId="S::aswinikumar@edunetfoundation.org::8849ae8d-bc89-4217-899c-9440ffcae5bb" providerId="AD" clId="Web-{0037A25B-DA5D-A37C-3B36-7F0977405ABF}"/>
    <pc:docChg chg="addSld modSld">
      <pc:chgData name="Aswini Kumar Motapothula" userId="S::aswinikumar@edunetfoundation.org::8849ae8d-bc89-4217-899c-9440ffcae5bb" providerId="AD" clId="Web-{0037A25B-DA5D-A37C-3B36-7F0977405ABF}" dt="2026-06-19T05:59:39.887" v="95" actId="20577"/>
      <pc:docMkLst>
        <pc:docMk/>
      </pc:docMkLst>
      <pc:sldChg chg="addSp delSp modSp">
        <pc:chgData name="Aswini Kumar Motapothula" userId="S::aswinikumar@edunetfoundation.org::8849ae8d-bc89-4217-899c-9440ffcae5bb" providerId="AD" clId="Web-{0037A25B-DA5D-A37C-3B36-7F0977405ABF}" dt="2026-06-19T05:59:39.887" v="95" actId="20577"/>
        <pc:sldMkLst>
          <pc:docMk/>
          <pc:sldMk cId="1229047658" sldId="288"/>
        </pc:sldMkLst>
        <pc:spChg chg="add mod">
          <ac:chgData name="Aswini Kumar Motapothula" userId="S::aswinikumar@edunetfoundation.org::8849ae8d-bc89-4217-899c-9440ffcae5bb" providerId="AD" clId="Web-{0037A25B-DA5D-A37C-3B36-7F0977405ABF}" dt="2026-06-19T05:59:39.887" v="95" actId="20577"/>
          <ac:spMkLst>
            <pc:docMk/>
            <pc:sldMk cId="1229047658" sldId="288"/>
            <ac:spMk id="3" creationId="{4837D5EE-379B-FDC5-0854-8AC81D31FADF}"/>
          </ac:spMkLst>
        </pc:spChg>
      </pc:sldChg>
      <pc:sldChg chg="addSp delSp modSp new">
        <pc:chgData name="Aswini Kumar Motapothula" userId="S::aswinikumar@edunetfoundation.org::8849ae8d-bc89-4217-899c-9440ffcae5bb" providerId="AD" clId="Web-{0037A25B-DA5D-A37C-3B36-7F0977405ABF}" dt="2026-06-19T05:55:38.278" v="91" actId="1076"/>
        <pc:sldMkLst>
          <pc:docMk/>
          <pc:sldMk cId="2506610743" sldId="289"/>
        </pc:sldMkLst>
        <pc:spChg chg="add mod">
          <ac:chgData name="Aswini Kumar Motapothula" userId="S::aswinikumar@edunetfoundation.org::8849ae8d-bc89-4217-899c-9440ffcae5bb" providerId="AD" clId="Web-{0037A25B-DA5D-A37C-3B36-7F0977405ABF}" dt="2026-06-19T05:54:43.950" v="57" actId="1076"/>
          <ac:spMkLst>
            <pc:docMk/>
            <pc:sldMk cId="2506610743" sldId="289"/>
            <ac:spMk id="5" creationId="{CA8544A9-CF92-3FAF-D3EE-31DF90F7A64D}"/>
          </ac:spMkLst>
        </pc:spChg>
        <pc:spChg chg="add mod">
          <ac:chgData name="Aswini Kumar Motapothula" userId="S::aswinikumar@edunetfoundation.org::8849ae8d-bc89-4217-899c-9440ffcae5bb" providerId="AD" clId="Web-{0037A25B-DA5D-A37C-3B36-7F0977405ABF}" dt="2026-06-19T05:55:27.278" v="87" actId="20577"/>
          <ac:spMkLst>
            <pc:docMk/>
            <pc:sldMk cId="2506610743" sldId="289"/>
            <ac:spMk id="6" creationId="{C0D36B1A-26C2-CD55-1032-4CB5E4EDF305}"/>
          </ac:spMkLst>
        </pc:spChg>
        <pc:picChg chg="add mod modCrop">
          <ac:chgData name="Aswini Kumar Motapothula" userId="S::aswinikumar@edunetfoundation.org::8849ae8d-bc89-4217-899c-9440ffcae5bb" providerId="AD" clId="Web-{0037A25B-DA5D-A37C-3B36-7F0977405ABF}" dt="2026-06-19T05:55:38.278" v="91" actId="1076"/>
          <ac:picMkLst>
            <pc:docMk/>
            <pc:sldMk cId="2506610743" sldId="289"/>
            <ac:picMk id="4" creationId="{099C3698-991D-7A38-C456-893C84C23FC9}"/>
          </ac:picMkLst>
        </pc:picChg>
      </pc:sldChg>
    </pc:docChg>
  </pc:docChgLst>
  <pc:docChgLst>
    <pc:chgData name="Aman Shrivastava" userId="S::ashrivastava@edunetfoundation.org::c21995ab-fa37-4cde-b5a3-dec0fb9e9a10" providerId="AD" clId="Web-{A6B9108B-7598-1D50-C4AA-8A38026DAEEF}"/>
    <pc:docChg chg="modSld">
      <pc:chgData name="Aman Shrivastava" userId="S::ashrivastava@edunetfoundation.org::c21995ab-fa37-4cde-b5a3-dec0fb9e9a10" providerId="AD" clId="Web-{A6B9108B-7598-1D50-C4AA-8A38026DAEEF}" dt="2026-06-19T06:56:18.840" v="15" actId="20577"/>
      <pc:docMkLst>
        <pc:docMk/>
      </pc:docMkLst>
      <pc:sldChg chg="modSp">
        <pc:chgData name="Aman Shrivastava" userId="S::ashrivastava@edunetfoundation.org::c21995ab-fa37-4cde-b5a3-dec0fb9e9a10" providerId="AD" clId="Web-{A6B9108B-7598-1D50-C4AA-8A38026DAEEF}" dt="2026-06-19T06:56:18.840" v="15" actId="20577"/>
        <pc:sldMkLst>
          <pc:docMk/>
          <pc:sldMk cId="2605851928" sldId="287"/>
        </pc:sldMkLst>
        <pc:spChg chg="mod">
          <ac:chgData name="Aman Shrivastava" userId="S::ashrivastava@edunetfoundation.org::c21995ab-fa37-4cde-b5a3-dec0fb9e9a10" providerId="AD" clId="Web-{A6B9108B-7598-1D50-C4AA-8A38026DAEEF}" dt="2026-06-19T06:56:18.840" v="15" actId="20577"/>
          <ac:spMkLst>
            <pc:docMk/>
            <pc:sldMk cId="2605851928" sldId="287"/>
            <ac:spMk id="279" creationId="{3711AF54-94A6-B837-31EF-9A8C4ECB9AF6}"/>
          </ac:spMkLst>
        </pc:spChg>
      </pc:sldChg>
      <pc:sldChg chg="addSp delSp modSp">
        <pc:chgData name="Aman Shrivastava" userId="S::ashrivastava@edunetfoundation.org::c21995ab-fa37-4cde-b5a3-dec0fb9e9a10" providerId="AD" clId="Web-{A6B9108B-7598-1D50-C4AA-8A38026DAEEF}" dt="2026-06-19T06:56:04.356" v="13" actId="1076"/>
        <pc:sldMkLst>
          <pc:docMk/>
          <pc:sldMk cId="1229047658" sldId="288"/>
        </pc:sldMkLst>
        <pc:picChg chg="add mod">
          <ac:chgData name="Aman Shrivastava" userId="S::ashrivastava@edunetfoundation.org::c21995ab-fa37-4cde-b5a3-dec0fb9e9a10" providerId="AD" clId="Web-{A6B9108B-7598-1D50-C4AA-8A38026DAEEF}" dt="2026-06-19T06:56:04.356" v="13" actId="1076"/>
          <ac:picMkLst>
            <pc:docMk/>
            <pc:sldMk cId="1229047658" sldId="288"/>
            <ac:picMk id="4" creationId="{A037CFD0-B7FF-D9BE-3433-88E5844EF332}"/>
          </ac:picMkLst>
        </pc:picChg>
      </pc:sldChg>
      <pc:sldChg chg="addSp delSp modSp">
        <pc:chgData name="Aman Shrivastava" userId="S::ashrivastava@edunetfoundation.org::c21995ab-fa37-4cde-b5a3-dec0fb9e9a10" providerId="AD" clId="Web-{A6B9108B-7598-1D50-C4AA-8A38026DAEEF}" dt="2026-06-19T06:53:17.010" v="3"/>
        <pc:sldMkLst>
          <pc:docMk/>
          <pc:sldMk cId="2506610743" sldId="28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583ADB5-A105-6327-B657-1AEE70105AD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3145C06F-D45E-9CCC-C8AC-426A184FAB4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95AC7E94-4126-8E7E-98F8-A48181EF9D4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377045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7C39E5A9-B6A1-B62B-204F-9F24AE48FD7C}"/>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5875640-0B93-9EF0-7E81-BBD449FAF74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3948D685-BB71-D75F-8441-630CCEB8E37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503195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33665328"/>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just" rtl="0">
                        <a:spcBef>
                          <a:spcPts val="0"/>
                        </a:spcBef>
                        <a:spcAft>
                          <a:spcPts val="0"/>
                        </a:spcAft>
                        <a:buNone/>
                      </a:pPr>
                      <a:r>
                        <a:rPr lang="en-US" sz="1600" dirty="0"/>
                        <a:t>Sri Sanjana Gedela</a:t>
                      </a:r>
                      <a:endParaRPr sz="16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 </a:t>
                      </a:r>
                      <a:r>
                        <a:rPr lang="en-US" sz="1400" dirty="0"/>
                        <a:t>srisanjana.g@outlook.com</a:t>
                      </a:r>
                      <a:endParaRPr sz="14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1600" dirty="0"/>
                        <a:t>9164011551</a:t>
                      </a:r>
                      <a:endParaRPr sz="16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523220"/>
          </a:xfrm>
          <a:prstGeom prst="rect">
            <a:avLst/>
          </a:prstGeom>
          <a:noFill/>
        </p:spPr>
        <p:txBody>
          <a:bodyPr wrap="square" rtlCol="0">
            <a:spAutoFit/>
          </a:bodyPr>
          <a:lstStyle/>
          <a:p>
            <a:r>
              <a:rPr lang="en-US" sz="2800" b="1" dirty="0"/>
              <a:t>Domain of  Project –  Health &amp; Fitness</a:t>
            </a:r>
            <a:r>
              <a:rPr lang="en-US" sz="2400" b="1" dirty="0"/>
              <a:t>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523220"/>
          </a:xfrm>
          <a:prstGeom prst="rect">
            <a:avLst/>
          </a:prstGeom>
          <a:noFill/>
        </p:spPr>
        <p:txBody>
          <a:bodyPr wrap="square" rtlCol="0">
            <a:spAutoFit/>
          </a:bodyPr>
          <a:lstStyle/>
          <a:p>
            <a:r>
              <a:rPr lang="en-US" sz="2800" b="1" dirty="0"/>
              <a:t>Project Tile – Fitness Buddy</a:t>
            </a:r>
            <a:endParaRPr lang="en-IN" sz="2800" b="1" dirty="0">
              <a:highlight>
                <a:srgbClr val="FFFF00"/>
              </a:highlight>
            </a:endParaRPr>
          </a:p>
        </p:txBody>
      </p:sp>
      <p:pic>
        <p:nvPicPr>
          <p:cNvPr id="5" name="Picture 4">
            <a:extLst>
              <a:ext uri="{FF2B5EF4-FFF2-40B4-BE49-F238E27FC236}">
                <a16:creationId xmlns:a16="http://schemas.microsoft.com/office/drawing/2014/main" id="{460DFB69-AC95-1F51-EA3F-F31354BD5CC9}"/>
              </a:ext>
            </a:extLst>
          </p:cNvPr>
          <p:cNvPicPr>
            <a:picLocks noChangeAspect="1"/>
          </p:cNvPicPr>
          <p:nvPr/>
        </p:nvPicPr>
        <p:blipFill>
          <a:blip r:embed="rId3"/>
          <a:stretch>
            <a:fillRect/>
          </a:stretch>
        </p:blipFill>
        <p:spPr>
          <a:xfrm>
            <a:off x="3917498" y="3637052"/>
            <a:ext cx="1043755" cy="987548"/>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2800767"/>
          </a:xfrm>
          <a:prstGeom prst="rect">
            <a:avLst/>
          </a:prstGeom>
          <a:noFill/>
        </p:spPr>
        <p:txBody>
          <a:bodyPr wrap="square" rtlCol="0">
            <a:spAutoFit/>
          </a:bodyPr>
          <a:lstStyle/>
          <a:p>
            <a:pPr fontAlgn="base"/>
            <a:r>
              <a:rPr lang="en-US" sz="2800" b="1" dirty="0"/>
              <a:t>Problem Statement : Fitness Buddy</a:t>
            </a:r>
            <a:endParaRPr lang="en-US" sz="2800" dirty="0"/>
          </a:p>
          <a:p>
            <a:pPr fontAlgn="base"/>
            <a:endParaRPr lang="en-US" b="1" dirty="0"/>
          </a:p>
          <a:p>
            <a:pPr fontAlgn="base"/>
            <a:endParaRPr lang="en-US" sz="2000" b="1" dirty="0"/>
          </a:p>
          <a:p>
            <a:pPr algn="just" fontAlgn="base"/>
            <a:r>
              <a:rPr lang="en-US" sz="2000" b="1" dirty="0"/>
              <a:t>The Challenge</a:t>
            </a:r>
            <a:r>
              <a:rPr lang="en-US" sz="2000" dirty="0"/>
              <a:t> </a:t>
            </a:r>
          </a:p>
          <a:p>
            <a:pPr algn="just" fontAlgn="base"/>
            <a:r>
              <a:rPr lang="en-IN" sz="2000" dirty="0"/>
              <a:t>In today’s fast-paced world, many individuals struggle to maintain a healthy lifestyle due to lack of personalized guidance, time constraints, and inconsistent motivation. Traditional fitness solutions often require expensive subscriptions, in-person consultations, or rigid schedules that don't adapt to personal preferences or daily routines. </a:t>
            </a:r>
          </a:p>
          <a:p>
            <a:pPr fontAlgn="base"/>
            <a:endParaRPr lang="en-US" dirty="0"/>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681F830-EEED-1531-7166-2945C500214D}"/>
              </a:ext>
            </a:extLst>
          </p:cNvPr>
          <p:cNvSpPr txBox="1"/>
          <p:nvPr/>
        </p:nvSpPr>
        <p:spPr>
          <a:xfrm>
            <a:off x="339047" y="729465"/>
            <a:ext cx="10941978" cy="5693866"/>
          </a:xfrm>
          <a:prstGeom prst="rect">
            <a:avLst/>
          </a:prstGeom>
          <a:noFill/>
        </p:spPr>
        <p:txBody>
          <a:bodyPr wrap="square" rtlCol="0">
            <a:spAutoFit/>
          </a:bodyPr>
          <a:lstStyle/>
          <a:p>
            <a:pPr fontAlgn="base"/>
            <a:r>
              <a:rPr lang="en-US" sz="2800" b="1" dirty="0"/>
              <a:t>The Objective</a:t>
            </a:r>
            <a:r>
              <a:rPr lang="en-US" sz="2800" dirty="0"/>
              <a:t> </a:t>
            </a:r>
          </a:p>
          <a:p>
            <a:pPr algn="just"/>
            <a:endParaRPr lang="en-IN" dirty="0"/>
          </a:p>
          <a:p>
            <a:pPr algn="just"/>
            <a:r>
              <a:rPr lang="en-IN" sz="2000" dirty="0"/>
              <a:t>Build an </a:t>
            </a:r>
            <a:r>
              <a:rPr lang="en-IN" sz="2000" b="1" dirty="0"/>
              <a:t>AI-powered Fitness Buddy</a:t>
            </a:r>
            <a:r>
              <a:rPr lang="en-IN" sz="2000" dirty="0"/>
              <a:t> that provides </a:t>
            </a:r>
            <a:r>
              <a:rPr lang="en-IN" sz="2000" b="1" dirty="0"/>
              <a:t>personalized fitness and</a:t>
            </a:r>
            <a:r>
              <a:rPr lang="en-IN" sz="2000" dirty="0"/>
              <a:t> </a:t>
            </a:r>
            <a:r>
              <a:rPr lang="en-IN" sz="2000" b="1" dirty="0"/>
              <a:t>healthy lifestyle</a:t>
            </a:r>
            <a:r>
              <a:rPr lang="en-IN" sz="2000" dirty="0"/>
              <a:t> guidance based on the user’s needs. The solution should have:</a:t>
            </a:r>
          </a:p>
          <a:p>
            <a:pPr algn="just"/>
            <a:endParaRPr lang="en-IN" sz="2000" dirty="0"/>
          </a:p>
          <a:p>
            <a:pPr marL="342900" indent="-342900" algn="just">
              <a:buFont typeface="Arial" panose="020B0604020202020204" pitchFamily="34" charset="0"/>
              <a:buChar char="•"/>
            </a:pPr>
            <a:r>
              <a:rPr lang="en-IN" sz="2000" b="1" dirty="0"/>
              <a:t>Home Workout Plans</a:t>
            </a:r>
            <a:r>
              <a:rPr lang="en-IN" sz="2000" dirty="0"/>
              <a:t> – Recommend simple workout routines that can be done at home without a gym. </a:t>
            </a:r>
          </a:p>
          <a:p>
            <a:pPr marL="342900" indent="-342900" algn="just">
              <a:buFont typeface="Arial" panose="020B0604020202020204" pitchFamily="34" charset="0"/>
              <a:buChar char="•"/>
            </a:pPr>
            <a:r>
              <a:rPr lang="en-IN" sz="2000" b="1" dirty="0"/>
              <a:t>Daily Motivation</a:t>
            </a:r>
            <a:r>
              <a:rPr lang="en-IN" sz="2000" dirty="0"/>
              <a:t> – Provide motivational tips and daily fitness inspiration to help users stay consistent. </a:t>
            </a:r>
          </a:p>
          <a:p>
            <a:pPr marL="342900" indent="-342900" algn="just">
              <a:buFont typeface="Arial" panose="020B0604020202020204" pitchFamily="34" charset="0"/>
              <a:buChar char="•"/>
            </a:pPr>
            <a:r>
              <a:rPr lang="en-IN" sz="2000" b="1" dirty="0"/>
              <a:t>Meal Ideas</a:t>
            </a:r>
            <a:r>
              <a:rPr lang="en-IN" sz="2000" dirty="0"/>
              <a:t> – Suggest simple and nutritious meal ideas for a healthy lifestyle. </a:t>
            </a:r>
          </a:p>
          <a:p>
            <a:pPr marL="342900" indent="-342900" algn="just">
              <a:buFont typeface="Arial" panose="020B0604020202020204" pitchFamily="34" charset="0"/>
              <a:buChar char="•"/>
            </a:pPr>
            <a:r>
              <a:rPr lang="en-IN" sz="2000" b="1" dirty="0"/>
              <a:t>Habit Building</a:t>
            </a:r>
            <a:r>
              <a:rPr lang="en-IN" sz="2000" dirty="0"/>
              <a:t> – Encourage users to build healthy habits and maintain consistency. </a:t>
            </a:r>
          </a:p>
          <a:p>
            <a:pPr marL="342900" indent="-342900" algn="just">
              <a:buFont typeface="Arial" panose="020B0604020202020204" pitchFamily="34" charset="0"/>
              <a:buChar char="•"/>
            </a:pPr>
            <a:r>
              <a:rPr lang="en-IN" sz="2000" b="1" dirty="0"/>
              <a:t>Weight Loss Tips</a:t>
            </a:r>
            <a:r>
              <a:rPr lang="en-IN" sz="2000" dirty="0"/>
              <a:t> – Provide general tips and guidance related to maintaining a healthy lifestyle and weight management. </a:t>
            </a:r>
          </a:p>
          <a:p>
            <a:pPr marL="342900" indent="-342900" algn="just">
              <a:buFont typeface="Arial" panose="020B0604020202020204" pitchFamily="34" charset="0"/>
              <a:buChar char="•"/>
            </a:pPr>
            <a:r>
              <a:rPr lang="en-IN" sz="2000" b="1" dirty="0"/>
              <a:t>Recovery Tips</a:t>
            </a:r>
            <a:r>
              <a:rPr lang="en-IN" sz="2000" dirty="0"/>
              <a:t> – Provide basic recovery and rest-related fitness guidance. </a:t>
            </a:r>
          </a:p>
          <a:p>
            <a:pPr marL="342900" indent="-342900" algn="just">
              <a:buFont typeface="Arial" panose="020B0604020202020204" pitchFamily="34" charset="0"/>
              <a:buChar char="•"/>
            </a:pPr>
            <a:r>
              <a:rPr lang="en-IN" sz="2000" b="1" dirty="0"/>
              <a:t>AI Fitness Chatbot</a:t>
            </a:r>
            <a:r>
              <a:rPr lang="en-IN" sz="2000" dirty="0"/>
              <a:t> – Allow users to ask questions about workouts, meals, motivation, and habit building through a conversational AI interface. </a:t>
            </a:r>
          </a:p>
          <a:p>
            <a:pPr fontAlgn="base"/>
            <a:endParaRPr lang="en-US" dirty="0"/>
          </a:p>
          <a:p>
            <a:endParaRPr lang="en-IN" dirty="0"/>
          </a:p>
          <a:p>
            <a:endParaRPr lang="en-US" dirty="0"/>
          </a:p>
        </p:txBody>
      </p:sp>
    </p:spTree>
    <p:extLst>
      <p:ext uri="{BB962C8B-B14F-4D97-AF65-F5344CB8AC3E}">
        <p14:creationId xmlns:p14="http://schemas.microsoft.com/office/powerpoint/2010/main" val="6675543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87690" y="644094"/>
            <a:ext cx="12104310" cy="6678751"/>
          </a:xfrm>
          <a:prstGeom prst="rect">
            <a:avLst/>
          </a:prstGeom>
          <a:noFill/>
        </p:spPr>
        <p:txBody>
          <a:bodyPr wrap="square" rtlCol="0">
            <a:spAutoFit/>
          </a:bodyPr>
          <a:lstStyle/>
          <a:p>
            <a:pPr algn="just"/>
            <a:r>
              <a:rPr lang="en-IN" sz="2000" dirty="0"/>
              <a:t>The proposed solution is an </a:t>
            </a:r>
            <a:r>
              <a:rPr lang="en-IN" sz="2000" b="1" dirty="0"/>
              <a:t>AI-powered Fitness Buddy</a:t>
            </a:r>
            <a:r>
              <a:rPr lang="en-IN" sz="2000" dirty="0"/>
              <a:t> built using </a:t>
            </a:r>
            <a:r>
              <a:rPr lang="en-IN" sz="2000" b="1" dirty="0"/>
              <a:t>IBM Granite</a:t>
            </a:r>
            <a:r>
              <a:rPr lang="en-IN" sz="2000" dirty="0"/>
              <a:t> to provide personalized fitness and healthy lifestyle guidance. The system helps users with home workouts, daily motivation, meal ideas, habit building, weight loss tips, and recovery guidance.</a:t>
            </a:r>
          </a:p>
          <a:p>
            <a:pPr algn="just"/>
            <a:r>
              <a:rPr lang="en-IN" sz="2000" dirty="0"/>
              <a:t>At its core, the solution provides a </a:t>
            </a:r>
            <a:r>
              <a:rPr lang="en-IN" sz="2000" b="1" dirty="0"/>
              <a:t>conversational AI fitness coach</a:t>
            </a:r>
            <a:r>
              <a:rPr lang="en-IN" sz="2000" dirty="0"/>
              <a:t> where users can ask questions related to workouts, nutrition, motivation, and healthy habits and receive personalized responses.</a:t>
            </a:r>
          </a:p>
          <a:p>
            <a:pPr algn="just"/>
            <a:r>
              <a:rPr lang="en-IN" sz="2000" dirty="0"/>
              <a:t>The system provides the following key features:</a:t>
            </a:r>
          </a:p>
          <a:p>
            <a:pPr marL="342900" lvl="2" indent="-342900" algn="just">
              <a:buFont typeface="Arial" panose="020B0604020202020204" pitchFamily="34" charset="0"/>
              <a:buChar char="•"/>
            </a:pPr>
            <a:r>
              <a:rPr lang="en-IN" sz="2000" b="1" dirty="0"/>
              <a:t>Home Workout Plan</a:t>
            </a:r>
            <a:r>
              <a:rPr lang="en-IN" sz="2000" dirty="0"/>
              <a:t> recommends personalized workout routines that can be done at home without a gym.</a:t>
            </a:r>
          </a:p>
          <a:p>
            <a:pPr marL="342900" lvl="2" indent="-342900" algn="just">
              <a:buFont typeface="Arial" panose="020B0604020202020204" pitchFamily="34" charset="0"/>
              <a:buChar char="•"/>
            </a:pPr>
            <a:r>
              <a:rPr lang="en-IN" sz="2000" b="1" dirty="0"/>
              <a:t>Daily Motivation</a:t>
            </a:r>
            <a:r>
              <a:rPr lang="en-IN" sz="2000" dirty="0"/>
              <a:t> provides fitness tips and motivational guidance to help users stay consistent.</a:t>
            </a:r>
          </a:p>
          <a:p>
            <a:pPr marL="342900" lvl="2" indent="-342900" algn="just">
              <a:buFont typeface="Arial" panose="020B0604020202020204" pitchFamily="34" charset="0"/>
              <a:buChar char="•"/>
            </a:pPr>
            <a:r>
              <a:rPr lang="en-IN" sz="2000" b="1" dirty="0"/>
              <a:t>Meal Ideas</a:t>
            </a:r>
            <a:r>
              <a:rPr lang="en-IN" sz="2000" dirty="0"/>
              <a:t> suggests simple and nutritious meal ideas for maintaining a healthy lifestyle.</a:t>
            </a:r>
          </a:p>
          <a:p>
            <a:pPr marL="342900" lvl="2" indent="-342900" algn="just">
              <a:buFont typeface="Arial" panose="020B0604020202020204" pitchFamily="34" charset="0"/>
              <a:buChar char="•"/>
            </a:pPr>
            <a:r>
              <a:rPr lang="en-IN" sz="2000" b="1" dirty="0"/>
              <a:t>Habit Building</a:t>
            </a:r>
            <a:r>
              <a:rPr lang="en-IN" sz="2000" dirty="0"/>
              <a:t> provides ideas to help users develop healthy habits and maintain consistency.</a:t>
            </a:r>
          </a:p>
          <a:p>
            <a:pPr marL="342900" lvl="2" indent="-342900" algn="just">
              <a:buFont typeface="Arial" panose="020B0604020202020204" pitchFamily="34" charset="0"/>
              <a:buChar char="•"/>
            </a:pPr>
            <a:r>
              <a:rPr lang="en-IN" sz="2000" b="1" dirty="0"/>
              <a:t>Weight Loss Tips</a:t>
            </a:r>
            <a:r>
              <a:rPr lang="en-IN" sz="2000" dirty="0"/>
              <a:t> provides general fitness and lifestyle guidance related to weight management.</a:t>
            </a:r>
          </a:p>
          <a:p>
            <a:pPr marL="342900" lvl="2" indent="-342900" algn="just">
              <a:buFont typeface="Arial" panose="020B0604020202020204" pitchFamily="34" charset="0"/>
              <a:buChar char="•"/>
            </a:pPr>
            <a:r>
              <a:rPr lang="en-IN" sz="2000" b="1" dirty="0"/>
              <a:t>Recovery Tips</a:t>
            </a:r>
            <a:r>
              <a:rPr lang="en-IN" sz="2000" dirty="0"/>
              <a:t> provides basic guidance related to rest and recovery after workouts.</a:t>
            </a:r>
          </a:p>
          <a:p>
            <a:pPr algn="just"/>
            <a:r>
              <a:rPr lang="en-IN" sz="2000" dirty="0"/>
              <a:t>The solution includes a </a:t>
            </a:r>
            <a:r>
              <a:rPr lang="en-IN" sz="2000" b="1" dirty="0"/>
              <a:t>user-friendly dashboard</a:t>
            </a:r>
            <a:r>
              <a:rPr lang="en-IN" sz="2000" dirty="0"/>
              <a:t> with quick access to home workouts, motivation, meal ideas, habit building, weight loss tips, and recovery tips.</a:t>
            </a:r>
          </a:p>
          <a:p>
            <a:pPr algn="just"/>
            <a:endParaRPr lang="en-IN" sz="2000" b="1" dirty="0"/>
          </a:p>
          <a:p>
            <a:pPr algn="just"/>
            <a:r>
              <a:rPr lang="en-IN" sz="2000" b="1" dirty="0"/>
              <a:t>IBM Granite</a:t>
            </a:r>
            <a:r>
              <a:rPr lang="en-IN" sz="2000" dirty="0"/>
              <a:t> powers the conversational AI responses and provides the fitness and lifestyle guidance based on the user’s input.</a:t>
            </a:r>
          </a:p>
          <a:p>
            <a:pPr algn="just"/>
            <a:r>
              <a:rPr lang="en-IN" sz="2000" dirty="0"/>
              <a:t>Overall, this solution provides an </a:t>
            </a:r>
            <a:r>
              <a:rPr lang="en-IN" sz="2000" b="1" dirty="0"/>
              <a:t>accessible and personalized AI fitness assistant</a:t>
            </a:r>
            <a:r>
              <a:rPr lang="en-IN" sz="2000" dirty="0"/>
              <a:t> that helps users maintain a healthier lifestyle through workouts, nutrition suggestions, motivation, and habit building.</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87690" y="207871"/>
            <a:ext cx="9369312" cy="523220"/>
          </a:xfrm>
          <a:prstGeom prst="rect">
            <a:avLst/>
          </a:prstGeom>
          <a:noFill/>
        </p:spPr>
        <p:txBody>
          <a:bodyPr wrap="square" rtlCol="0">
            <a:spAutoFit/>
          </a:bodyPr>
          <a:lstStyle/>
          <a:p>
            <a:r>
              <a:rPr lang="en-US" sz="2800" b="1" dirty="0"/>
              <a:t>Proposed Solution –  AI – Powered Fitness buddy</a:t>
            </a:r>
            <a:endParaRPr lang="en-IN" sz="2800" b="1" dirty="0"/>
          </a:p>
        </p:txBody>
      </p:sp>
    </p:spTree>
    <p:extLst>
      <p:ext uri="{BB962C8B-B14F-4D97-AF65-F5344CB8AC3E}">
        <p14:creationId xmlns:p14="http://schemas.microsoft.com/office/powerpoint/2010/main" val="6194599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355999" y="159806"/>
            <a:ext cx="7123176" cy="523220"/>
          </a:xfrm>
          <a:prstGeom prst="rect">
            <a:avLst/>
          </a:prstGeom>
          <a:noFill/>
        </p:spPr>
        <p:txBody>
          <a:bodyPr wrap="square" lIns="91440" tIns="45720" rIns="91440" bIns="45720" rtlCol="0" anchor="t">
            <a:spAutoFit/>
          </a:bodyPr>
          <a:lstStyle/>
          <a:p>
            <a:r>
              <a:rPr lang="en-US" sz="2800" b="1" dirty="0"/>
              <a:t>Technology Used</a:t>
            </a:r>
            <a:endParaRPr lang="en-IN" sz="28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355999" y="683026"/>
            <a:ext cx="10515600" cy="7232749"/>
          </a:xfrm>
          <a:prstGeom prst="rect">
            <a:avLst/>
          </a:prstGeom>
          <a:noFill/>
        </p:spPr>
        <p:txBody>
          <a:bodyPr wrap="square" rtlCol="0">
            <a:spAutoFit/>
          </a:bodyPr>
          <a:lstStyle/>
          <a:p>
            <a:pPr algn="just"/>
            <a:r>
              <a:rPr lang="en-IN" sz="2000" b="1" u="sng" dirty="0"/>
              <a:t>Frontend</a:t>
            </a:r>
            <a:endParaRPr lang="en-IN" sz="2000" u="sng" dirty="0"/>
          </a:p>
          <a:p>
            <a:pPr marL="342900" indent="-342900" algn="just">
              <a:buFont typeface="Arial" panose="020B0604020202020204" pitchFamily="34" charset="0"/>
              <a:buChar char="•"/>
            </a:pPr>
            <a:r>
              <a:rPr lang="en-IN" sz="2000" b="1" dirty="0"/>
              <a:t>HTML5:</a:t>
            </a:r>
            <a:r>
              <a:rPr lang="en-IN" sz="2000" dirty="0"/>
              <a:t> Builds the structure and content of the Fitness Buddy web interface. </a:t>
            </a:r>
          </a:p>
          <a:p>
            <a:pPr marL="342900" indent="-342900" algn="just">
              <a:buFont typeface="Arial" panose="020B0604020202020204" pitchFamily="34" charset="0"/>
              <a:buChar char="•"/>
            </a:pPr>
            <a:r>
              <a:rPr lang="en-IN" sz="2000" b="1" dirty="0"/>
              <a:t>CSS3:</a:t>
            </a:r>
            <a:r>
              <a:rPr lang="en-IN" sz="2000" dirty="0"/>
              <a:t> Styles the Fitness Buddy interface and creates its clean, user-friendly design. </a:t>
            </a:r>
          </a:p>
          <a:p>
            <a:pPr marL="342900" indent="-342900" algn="just">
              <a:buFont typeface="Arial" panose="020B0604020202020204" pitchFamily="34" charset="0"/>
              <a:buChar char="•"/>
            </a:pPr>
            <a:r>
              <a:rPr lang="en-IN" sz="2000" b="1" dirty="0"/>
              <a:t>Vanilla JS:</a:t>
            </a:r>
            <a:r>
              <a:rPr lang="en-IN" sz="2000" dirty="0"/>
              <a:t> Handles user interactions, chatbot communication, and dynamic content. </a:t>
            </a:r>
          </a:p>
          <a:p>
            <a:pPr marL="342900" indent="-342900" algn="just">
              <a:buFont typeface="Arial" panose="020B0604020202020204" pitchFamily="34" charset="0"/>
              <a:buChar char="•"/>
            </a:pPr>
            <a:r>
              <a:rPr lang="en-IN" sz="2000" b="1" dirty="0"/>
              <a:t>Google Fonts:</a:t>
            </a:r>
            <a:r>
              <a:rPr lang="en-IN" sz="2000" dirty="0"/>
              <a:t> Provides readable and attractive fonts for the Fitness Buddy interface. </a:t>
            </a:r>
          </a:p>
          <a:p>
            <a:pPr algn="just"/>
            <a:r>
              <a:rPr lang="en-IN" sz="2000" b="1" u="sng" dirty="0"/>
              <a:t>Backend</a:t>
            </a:r>
            <a:endParaRPr lang="en-IN" sz="2000" u="sng" dirty="0"/>
          </a:p>
          <a:p>
            <a:pPr marL="342900" indent="-342900" algn="just">
              <a:buFont typeface="Arial" panose="020B0604020202020204" pitchFamily="34" charset="0"/>
              <a:buChar char="•"/>
            </a:pPr>
            <a:r>
              <a:rPr lang="en-IN" sz="2000" b="1" dirty="0"/>
              <a:t>Node.js:</a:t>
            </a:r>
            <a:r>
              <a:rPr lang="en-IN" sz="2000" dirty="0"/>
              <a:t> Runs the server-side logic for Fitness Buddy. </a:t>
            </a:r>
          </a:p>
          <a:p>
            <a:pPr marL="342900" indent="-342900" algn="just">
              <a:buFont typeface="Arial" panose="020B0604020202020204" pitchFamily="34" charset="0"/>
              <a:buChar char="•"/>
            </a:pPr>
            <a:r>
              <a:rPr lang="en-IN" sz="2000" b="1" dirty="0"/>
              <a:t>Express.js:</a:t>
            </a:r>
            <a:r>
              <a:rPr lang="en-IN" sz="2000" dirty="0"/>
              <a:t> Creates the backend server and handles requests between the frontend and AI service. </a:t>
            </a:r>
          </a:p>
          <a:p>
            <a:pPr marL="342900" indent="-342900" algn="just">
              <a:buFont typeface="Arial" panose="020B0604020202020204" pitchFamily="34" charset="0"/>
              <a:buChar char="•"/>
            </a:pPr>
            <a:r>
              <a:rPr lang="en-IN" sz="2000" b="1" dirty="0"/>
              <a:t>Axios:</a:t>
            </a:r>
            <a:r>
              <a:rPr lang="en-IN" sz="2000" dirty="0"/>
              <a:t> Sends API requests from the backend to IBM watsonx.ai. </a:t>
            </a:r>
          </a:p>
          <a:p>
            <a:pPr marL="342900" indent="-342900" algn="just">
              <a:buFont typeface="Arial" panose="020B0604020202020204" pitchFamily="34" charset="0"/>
              <a:buChar char="•"/>
            </a:pPr>
            <a:r>
              <a:rPr lang="en-IN" sz="2000" b="1" dirty="0" err="1"/>
              <a:t>dotenv</a:t>
            </a:r>
            <a:r>
              <a:rPr lang="en-IN" sz="2000" b="1" dirty="0"/>
              <a:t>:</a:t>
            </a:r>
            <a:r>
              <a:rPr lang="en-IN" sz="2000" dirty="0"/>
              <a:t> Securely manages API keys and other configuration details. </a:t>
            </a:r>
          </a:p>
          <a:p>
            <a:pPr marL="342900" indent="-342900" algn="just">
              <a:buFont typeface="Arial" panose="020B0604020202020204" pitchFamily="34" charset="0"/>
              <a:buChar char="•"/>
            </a:pPr>
            <a:r>
              <a:rPr lang="en-IN" sz="2000" b="1" dirty="0"/>
              <a:t>CORS:</a:t>
            </a:r>
            <a:r>
              <a:rPr lang="en-IN" sz="2000" dirty="0"/>
              <a:t> Allows the frontend to communicate with the backend securely. </a:t>
            </a:r>
          </a:p>
          <a:p>
            <a:pPr algn="just"/>
            <a:r>
              <a:rPr lang="en-IN" sz="2000" b="1" u="sng" dirty="0"/>
              <a:t>AI &amp; Cloud</a:t>
            </a:r>
            <a:endParaRPr lang="en-IN" sz="2000" u="sng" dirty="0"/>
          </a:p>
          <a:p>
            <a:pPr marL="342900" indent="-342900" algn="just">
              <a:buFont typeface="Arial" panose="020B0604020202020204" pitchFamily="34" charset="0"/>
              <a:buChar char="•"/>
            </a:pPr>
            <a:r>
              <a:rPr lang="en-IN" sz="2000" b="1" dirty="0"/>
              <a:t>IBM Granite-4 Small:</a:t>
            </a:r>
            <a:r>
              <a:rPr lang="en-IN" sz="2000" dirty="0"/>
              <a:t> Generates personalized fitness, workout, meal, motivation, and habit-building responses. </a:t>
            </a:r>
          </a:p>
          <a:p>
            <a:pPr marL="342900" indent="-342900" algn="just">
              <a:buFont typeface="Arial" panose="020B0604020202020204" pitchFamily="34" charset="0"/>
              <a:buChar char="•"/>
            </a:pPr>
            <a:r>
              <a:rPr lang="en-IN" sz="2000" b="1" dirty="0"/>
              <a:t>IBM watsonx.ai:</a:t>
            </a:r>
            <a:r>
              <a:rPr lang="en-IN" sz="2000" dirty="0"/>
              <a:t> Provides the platform and API access for using the IBM Granite model. </a:t>
            </a:r>
          </a:p>
          <a:p>
            <a:pPr marL="342900" indent="-342900" algn="just">
              <a:buFont typeface="Arial" panose="020B0604020202020204" pitchFamily="34" charset="0"/>
              <a:buChar char="•"/>
            </a:pPr>
            <a:r>
              <a:rPr lang="en-IN" sz="2000" b="1" dirty="0"/>
              <a:t>IBM IAM:</a:t>
            </a:r>
            <a:r>
              <a:rPr lang="en-IN" sz="2000" dirty="0"/>
              <a:t> Handles secure authentication and authorization for accessing IBM cloud services. </a:t>
            </a:r>
          </a:p>
          <a:p>
            <a:pPr marL="342900" indent="-342900" algn="just">
              <a:buFont typeface="Arial" panose="020B0604020202020204" pitchFamily="34" charset="0"/>
              <a:buChar char="•"/>
            </a:pPr>
            <a:r>
              <a:rPr lang="en-IN" sz="2000" b="1" dirty="0"/>
              <a:t>REST API:</a:t>
            </a:r>
            <a:r>
              <a:rPr lang="en-IN" sz="2000" dirty="0"/>
              <a:t> Connects Fitness Buddy’s backend with IBM watsonx.ai to send user queries and receive AI responses. </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4436039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800" b="1" dirty="0">
                <a:sym typeface="Times New Roman"/>
              </a:rPr>
              <a:t>Required Files created using IBM bob -</a:t>
            </a:r>
            <a:endParaRPr sz="28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30A1F48C-64DB-C8D8-68A5-5B146A38BA61}"/>
              </a:ext>
            </a:extLst>
          </p:cNvPr>
          <p:cNvPicPr>
            <a:picLocks noChangeAspect="1"/>
          </p:cNvPicPr>
          <p:nvPr/>
        </p:nvPicPr>
        <p:blipFill>
          <a:blip r:embed="rId3"/>
          <a:stretch>
            <a:fillRect/>
          </a:stretch>
        </p:blipFill>
        <p:spPr>
          <a:xfrm>
            <a:off x="382788" y="836466"/>
            <a:ext cx="11426424" cy="5698295"/>
          </a:xfrm>
          <a:prstGeom prst="rect">
            <a:avLst/>
          </a:prstGeom>
        </p:spPr>
      </p:pic>
    </p:spTree>
    <p:extLst>
      <p:ext uri="{BB962C8B-B14F-4D97-AF65-F5344CB8AC3E}">
        <p14:creationId xmlns:p14="http://schemas.microsoft.com/office/powerpoint/2010/main" val="31149636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800" b="1" i="0" u="none" strike="noStrike" cap="none" dirty="0">
                <a:solidFill>
                  <a:srgbClr val="051D3A"/>
                </a:solidFill>
                <a:latin typeface="Arial" panose="020B0604020202020204" pitchFamily="34" charset="0"/>
                <a:ea typeface="Times New Roman"/>
                <a:cs typeface="Arial" panose="020B0604020202020204" pitchFamily="34" charset="0"/>
                <a:sym typeface="Times New Roman"/>
              </a:rPr>
              <a:t> IBM Bob Screenshots:</a:t>
            </a:r>
            <a:endParaRPr sz="2800" b="1" dirty="0">
              <a:latin typeface="Arial" panose="020B0604020202020204" pitchFamily="34" charset="0"/>
              <a:cs typeface="Arial" panose="020B0604020202020204" pitchFamily="34" charset="0"/>
              <a:sym typeface="Times New Roman"/>
            </a:endParaRPr>
          </a:p>
        </p:txBody>
      </p:sp>
      <p:pic>
        <p:nvPicPr>
          <p:cNvPr id="11" name="Picture 10">
            <a:extLst>
              <a:ext uri="{FF2B5EF4-FFF2-40B4-BE49-F238E27FC236}">
                <a16:creationId xmlns:a16="http://schemas.microsoft.com/office/drawing/2014/main" id="{C4703AF9-F395-1BBA-233C-0D69B18B9011}"/>
              </a:ext>
            </a:extLst>
          </p:cNvPr>
          <p:cNvPicPr>
            <a:picLocks noChangeAspect="1"/>
          </p:cNvPicPr>
          <p:nvPr/>
        </p:nvPicPr>
        <p:blipFill>
          <a:blip r:embed="rId3"/>
          <a:stretch>
            <a:fillRect/>
          </a:stretch>
        </p:blipFill>
        <p:spPr>
          <a:xfrm>
            <a:off x="393436" y="897608"/>
            <a:ext cx="11405127" cy="5637153"/>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FC9FD16-D2E9-C3AD-66D7-A00BBC0FF943}"/>
              </a:ext>
            </a:extLst>
          </p:cNvPr>
          <p:cNvPicPr>
            <a:picLocks noChangeAspect="1"/>
          </p:cNvPicPr>
          <p:nvPr/>
        </p:nvPicPr>
        <p:blipFill>
          <a:blip r:embed="rId2"/>
          <a:stretch>
            <a:fillRect/>
          </a:stretch>
        </p:blipFill>
        <p:spPr>
          <a:xfrm>
            <a:off x="339047" y="272098"/>
            <a:ext cx="11671444" cy="6313803"/>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5BA8954-B38B-2910-88CA-54DA2F0F0BC7}"/>
              </a:ext>
            </a:extLst>
          </p:cNvPr>
          <p:cNvPicPr>
            <a:picLocks noChangeAspect="1"/>
          </p:cNvPicPr>
          <p:nvPr/>
        </p:nvPicPr>
        <p:blipFill>
          <a:blip r:embed="rId2"/>
          <a:stretch>
            <a:fillRect/>
          </a:stretch>
        </p:blipFill>
        <p:spPr>
          <a:xfrm>
            <a:off x="285964" y="396719"/>
            <a:ext cx="11620072" cy="6064562"/>
          </a:xfrm>
          <a:prstGeom prst="rect">
            <a:avLst/>
          </a:prstGeom>
        </p:spPr>
      </p:pic>
    </p:spTree>
    <p:extLst>
      <p:ext uri="{BB962C8B-B14F-4D97-AF65-F5344CB8AC3E}">
        <p14:creationId xmlns:p14="http://schemas.microsoft.com/office/powerpoint/2010/main" val="25281164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6274176" cy="448508"/>
          </a:xfrm>
          <a:prstGeom prst="rect">
            <a:avLst/>
          </a:prstGeom>
          <a:noFill/>
          <a:ln>
            <a:noFill/>
          </a:ln>
        </p:spPr>
        <p:txBody>
          <a:bodyPr spcFirstLastPara="1" wrap="square" lIns="0" tIns="0" rIns="0" bIns="0" anchor="t" anchorCtr="0">
            <a:noAutofit/>
          </a:bodyPr>
          <a:lstStyle/>
          <a:p>
            <a:pPr lvl="0"/>
            <a:r>
              <a:rPr lang="en-US" sz="2800" b="1" dirty="0">
                <a:solidFill>
                  <a:schemeClr val="dk1"/>
                </a:solidFill>
                <a:latin typeface="Arial" panose="020B0604020202020204" pitchFamily="34" charset="0"/>
                <a:ea typeface="Calibri"/>
                <a:cs typeface="Arial" panose="020B0604020202020204" pitchFamily="34" charset="0"/>
                <a:sym typeface="Calibri"/>
              </a:rPr>
              <a:t>Architecture blueprint for IBM bob:</a:t>
            </a:r>
            <a:endParaRPr lang="en-US" sz="2800"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CDB29B17-64D5-BA54-7381-BD551C65C28B}"/>
              </a:ext>
            </a:extLst>
          </p:cNvPr>
          <p:cNvPicPr>
            <a:picLocks noChangeAspect="1"/>
          </p:cNvPicPr>
          <p:nvPr/>
        </p:nvPicPr>
        <p:blipFill>
          <a:blip r:embed="rId3"/>
          <a:stretch>
            <a:fillRect/>
          </a:stretch>
        </p:blipFill>
        <p:spPr>
          <a:xfrm>
            <a:off x="667820" y="986320"/>
            <a:ext cx="10120045" cy="5270642"/>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167955" y="0"/>
            <a:ext cx="4024045" cy="6858000"/>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2800" b="1" dirty="0"/>
              <a:t>Role of Agentic AI in the solution</a:t>
            </a:r>
            <a:r>
              <a:rPr lang="en-US" sz="3200" b="1" dirty="0"/>
              <a:t>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475488" y="1167493"/>
            <a:ext cx="7552944" cy="5632311"/>
          </a:xfrm>
          <a:prstGeom prst="rect">
            <a:avLst/>
          </a:prstGeom>
          <a:noFill/>
        </p:spPr>
        <p:txBody>
          <a:bodyPr wrap="square" rtlCol="0">
            <a:spAutoFit/>
          </a:bodyPr>
          <a:lstStyle/>
          <a:p>
            <a:pPr algn="just"/>
            <a:r>
              <a:rPr lang="en-IN" sz="2000" b="1" dirty="0"/>
              <a:t>Role of Agentic AI in Fitness Buddy</a:t>
            </a:r>
            <a:endParaRPr lang="en-IN" sz="2000" dirty="0"/>
          </a:p>
          <a:p>
            <a:pPr algn="just"/>
            <a:r>
              <a:rPr lang="en-IN" sz="2000" b="1" dirty="0"/>
              <a:t>Agentic AI</a:t>
            </a:r>
            <a:r>
              <a:rPr lang="en-IN" sz="2000" dirty="0"/>
              <a:t> enables Fitness Buddy to work as an intelligent fitness assistant rather than just a simple chatbot. Using </a:t>
            </a:r>
            <a:r>
              <a:rPr lang="en-IN" sz="2000" b="1" dirty="0"/>
              <a:t>IBM watsonx.ai and IBM Granite</a:t>
            </a:r>
            <a:r>
              <a:rPr lang="en-IN" sz="2000" dirty="0"/>
              <a:t>, it understands user requests and provides personalized fitness guidance.</a:t>
            </a:r>
          </a:p>
          <a:p>
            <a:pPr algn="just"/>
            <a:r>
              <a:rPr lang="en-IN" sz="2000" dirty="0"/>
              <a:t>The AI helps with different tasks such as </a:t>
            </a:r>
            <a:r>
              <a:rPr lang="en-IN" sz="2000" b="1" dirty="0"/>
              <a:t>suggesting home workouts, providing meal ideas, giving motivation, supporting habit building, and sharing weight loss and recovery tips</a:t>
            </a:r>
            <a:r>
              <a:rPr lang="en-IN" sz="2000" dirty="0"/>
              <a:t>.</a:t>
            </a:r>
          </a:p>
          <a:p>
            <a:pPr algn="just"/>
            <a:r>
              <a:rPr lang="en-IN" sz="2000" dirty="0"/>
              <a:t>It also provides </a:t>
            </a:r>
            <a:r>
              <a:rPr lang="en-IN" sz="2000" b="1" dirty="0"/>
              <a:t>context-aware responses</a:t>
            </a:r>
            <a:r>
              <a:rPr lang="en-IN" sz="2000" dirty="0"/>
              <a:t> by understanding the user's input and adapting the suggestions according to their needs and goals.</a:t>
            </a:r>
          </a:p>
          <a:p>
            <a:pPr algn="just"/>
            <a:r>
              <a:rPr lang="en-IN" sz="2000" dirty="0"/>
              <a:t>Agentic AI allows Fitness Buddy to respond to different fitness-related questions and provide </a:t>
            </a:r>
            <a:r>
              <a:rPr lang="en-IN" sz="2000" b="1" dirty="0"/>
              <a:t>personalized and relevant recommendations</a:t>
            </a:r>
            <a:r>
              <a:rPr lang="en-IN" sz="2000" dirty="0"/>
              <a:t> through a conversational interface.</a:t>
            </a:r>
          </a:p>
          <a:p>
            <a:pPr algn="just"/>
            <a:r>
              <a:rPr lang="en-IN" sz="2000" dirty="0"/>
              <a:t>Overall, Agentic AI makes Fitness Buddy a </a:t>
            </a:r>
            <a:r>
              <a:rPr lang="en-IN" sz="2000" b="1" dirty="0"/>
              <a:t>smart, personalized fitness assistant</a:t>
            </a:r>
            <a:r>
              <a:rPr lang="en-IN" sz="2000" dirty="0"/>
              <a:t> that helps users stay motivated and maintain a healthy lifestyle.</a:t>
            </a:r>
          </a:p>
        </p:txBody>
      </p:sp>
    </p:spTree>
    <p:extLst>
      <p:ext uri="{BB962C8B-B14F-4D97-AF65-F5344CB8AC3E}">
        <p14:creationId xmlns:p14="http://schemas.microsoft.com/office/powerpoint/2010/main" val="40006969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800" b="1" dirty="0">
                <a:sym typeface="Times New Roman"/>
              </a:rPr>
              <a:t>Token Usage</a:t>
            </a:r>
            <a:r>
              <a:rPr lang="en-US" sz="2400" b="1" dirty="0">
                <a:sym typeface="Times New Roman"/>
              </a:rPr>
              <a:t> </a:t>
            </a:r>
            <a:endParaRPr sz="2400" b="1" dirty="0">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644 token are used</a:t>
            </a:r>
          </a:p>
        </p:txBody>
      </p:sp>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u="sng" dirty="0"/>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3085136"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u="sng" dirty="0"/>
              <a:t>After the Prompt</a:t>
            </a:r>
          </a:p>
        </p:txBody>
      </p:sp>
      <p:pic>
        <p:nvPicPr>
          <p:cNvPr id="3" name="Picture 2">
            <a:extLst>
              <a:ext uri="{FF2B5EF4-FFF2-40B4-BE49-F238E27FC236}">
                <a16:creationId xmlns:a16="http://schemas.microsoft.com/office/drawing/2014/main" id="{92B9695F-3581-CCD3-0C0E-305CF2751C0D}"/>
              </a:ext>
            </a:extLst>
          </p:cNvPr>
          <p:cNvPicPr>
            <a:picLocks noChangeAspect="1"/>
          </p:cNvPicPr>
          <p:nvPr/>
        </p:nvPicPr>
        <p:blipFill>
          <a:blip r:embed="rId3"/>
          <a:stretch>
            <a:fillRect/>
          </a:stretch>
        </p:blipFill>
        <p:spPr>
          <a:xfrm>
            <a:off x="6096000" y="2532865"/>
            <a:ext cx="6051860" cy="3526335"/>
          </a:xfrm>
          <a:prstGeom prst="rect">
            <a:avLst/>
          </a:prstGeom>
        </p:spPr>
      </p:pic>
      <p:pic>
        <p:nvPicPr>
          <p:cNvPr id="6" name="Picture 5">
            <a:extLst>
              <a:ext uri="{FF2B5EF4-FFF2-40B4-BE49-F238E27FC236}">
                <a16:creationId xmlns:a16="http://schemas.microsoft.com/office/drawing/2014/main" id="{AF977917-1314-2431-6DD3-CDE71BCEE684}"/>
              </a:ext>
            </a:extLst>
          </p:cNvPr>
          <p:cNvPicPr>
            <a:picLocks noChangeAspect="1"/>
          </p:cNvPicPr>
          <p:nvPr/>
        </p:nvPicPr>
        <p:blipFill>
          <a:blip r:embed="rId4"/>
          <a:stretch>
            <a:fillRect/>
          </a:stretch>
        </p:blipFill>
        <p:spPr>
          <a:xfrm>
            <a:off x="57047" y="2532864"/>
            <a:ext cx="5573193" cy="3526335"/>
          </a:xfrm>
          <a:prstGeom prst="rect">
            <a:avLst/>
          </a:prstGeom>
        </p:spPr>
      </p:pic>
    </p:spTree>
    <p:extLst>
      <p:ext uri="{BB962C8B-B14F-4D97-AF65-F5344CB8AC3E}">
        <p14:creationId xmlns:p14="http://schemas.microsoft.com/office/powerpoint/2010/main" val="8934170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800" b="1" dirty="0">
                <a:sym typeface="Times New Roman"/>
              </a:rPr>
              <a:t> Project Output Screenshot</a:t>
            </a:r>
            <a:endParaRPr sz="2800" b="1" dirty="0">
              <a:sym typeface="Times New Roman"/>
            </a:endParaRPr>
          </a:p>
        </p:txBody>
      </p:sp>
      <p:pic>
        <p:nvPicPr>
          <p:cNvPr id="8" name="Picture 7">
            <a:extLst>
              <a:ext uri="{FF2B5EF4-FFF2-40B4-BE49-F238E27FC236}">
                <a16:creationId xmlns:a16="http://schemas.microsoft.com/office/drawing/2014/main" id="{6D2DAD8F-E961-78D6-15A9-96F745645361}"/>
              </a:ext>
            </a:extLst>
          </p:cNvPr>
          <p:cNvPicPr>
            <a:picLocks noChangeAspect="1"/>
          </p:cNvPicPr>
          <p:nvPr/>
        </p:nvPicPr>
        <p:blipFill>
          <a:blip r:embed="rId3"/>
          <a:stretch>
            <a:fillRect/>
          </a:stretch>
        </p:blipFill>
        <p:spPr>
          <a:xfrm>
            <a:off x="284809" y="816977"/>
            <a:ext cx="11622382" cy="5588287"/>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a:t>
            </a:r>
            <a:r>
              <a:rPr lang="en-US" sz="2800" b="1" dirty="0">
                <a:sym typeface="Times New Roman"/>
              </a:rPr>
              <a:t>Project Output Screenshot</a:t>
            </a:r>
            <a:endParaRPr sz="2800" b="1" dirty="0">
              <a:sym typeface="Times New Roman"/>
            </a:endParaRPr>
          </a:p>
        </p:txBody>
      </p:sp>
      <p:sp>
        <p:nvSpPr>
          <p:cNvPr id="3" name="TextBox 2">
            <a:extLst>
              <a:ext uri="{FF2B5EF4-FFF2-40B4-BE49-F238E27FC236}">
                <a16:creationId xmlns:a16="http://schemas.microsoft.com/office/drawing/2014/main" id="{6BAEBB6B-A227-6A65-EBFA-88F86307A5B2}"/>
              </a:ext>
            </a:extLst>
          </p:cNvPr>
          <p:cNvSpPr txBox="1"/>
          <p:nvPr/>
        </p:nvSpPr>
        <p:spPr>
          <a:xfrm>
            <a:off x="482885" y="816977"/>
            <a:ext cx="10695398" cy="1015663"/>
          </a:xfrm>
          <a:prstGeom prst="rect">
            <a:avLst/>
          </a:prstGeom>
          <a:noFill/>
        </p:spPr>
        <p:txBody>
          <a:bodyPr wrap="square" rtlCol="0">
            <a:spAutoFit/>
          </a:bodyPr>
          <a:lstStyle/>
          <a:p>
            <a:pPr algn="just"/>
            <a:r>
              <a:rPr lang="en-IN" sz="2000" dirty="0"/>
              <a:t>1.Prompt:</a:t>
            </a:r>
          </a:p>
          <a:p>
            <a:pPr algn="just"/>
            <a:r>
              <a:rPr lang="en-IN" sz="2000" dirty="0"/>
              <a:t>I am 19 years old college student (girl) looking for motivational tips and daily fitness routine where I can follow weekly with nutritious meal, habit building ideas and home workouts.</a:t>
            </a:r>
            <a:endParaRPr lang="en-US" sz="2000" dirty="0"/>
          </a:p>
        </p:txBody>
      </p:sp>
      <p:pic>
        <p:nvPicPr>
          <p:cNvPr id="6" name="Picture 5">
            <a:extLst>
              <a:ext uri="{FF2B5EF4-FFF2-40B4-BE49-F238E27FC236}">
                <a16:creationId xmlns:a16="http://schemas.microsoft.com/office/drawing/2014/main" id="{4E95A95E-DE97-51C6-F54A-D5198AA37EA8}"/>
              </a:ext>
            </a:extLst>
          </p:cNvPr>
          <p:cNvPicPr>
            <a:picLocks noChangeAspect="1"/>
          </p:cNvPicPr>
          <p:nvPr/>
        </p:nvPicPr>
        <p:blipFill>
          <a:blip r:embed="rId3"/>
          <a:stretch>
            <a:fillRect/>
          </a:stretch>
        </p:blipFill>
        <p:spPr>
          <a:xfrm>
            <a:off x="1078787" y="1930984"/>
            <a:ext cx="9780566" cy="4488517"/>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a:t>
            </a:r>
            <a:r>
              <a:rPr lang="en-US" sz="2800" b="1" dirty="0">
                <a:sym typeface="Times New Roman"/>
              </a:rPr>
              <a:t>Project Output Screenshot</a:t>
            </a:r>
            <a:endParaRPr sz="2800" b="1" dirty="0">
              <a:sym typeface="Times New Roman"/>
            </a:endParaRPr>
          </a:p>
        </p:txBody>
      </p:sp>
      <p:pic>
        <p:nvPicPr>
          <p:cNvPr id="5" name="Picture 4">
            <a:extLst>
              <a:ext uri="{FF2B5EF4-FFF2-40B4-BE49-F238E27FC236}">
                <a16:creationId xmlns:a16="http://schemas.microsoft.com/office/drawing/2014/main" id="{BCA408D3-2944-7D8F-E482-8EB43DABC4A9}"/>
              </a:ext>
            </a:extLst>
          </p:cNvPr>
          <p:cNvPicPr>
            <a:picLocks noChangeAspect="1"/>
          </p:cNvPicPr>
          <p:nvPr/>
        </p:nvPicPr>
        <p:blipFill>
          <a:blip r:embed="rId3"/>
          <a:stretch>
            <a:fillRect/>
          </a:stretch>
        </p:blipFill>
        <p:spPr>
          <a:xfrm>
            <a:off x="280047" y="816977"/>
            <a:ext cx="11637976" cy="5569236"/>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40F4FD32-0B1C-D91E-37D0-C5C05D6692F0}"/>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B89551D-C22D-D3EC-BB7F-8777CF5F49CE}"/>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a:t>
            </a:r>
            <a:r>
              <a:rPr lang="en-US" sz="2800" b="1" dirty="0">
                <a:sym typeface="Times New Roman"/>
              </a:rPr>
              <a:t>Project Output Screenshot</a:t>
            </a:r>
            <a:endParaRPr sz="2800" b="1" dirty="0">
              <a:sym typeface="Times New Roman"/>
            </a:endParaRPr>
          </a:p>
        </p:txBody>
      </p:sp>
      <p:sp>
        <p:nvSpPr>
          <p:cNvPr id="2" name="TextBox 1">
            <a:extLst>
              <a:ext uri="{FF2B5EF4-FFF2-40B4-BE49-F238E27FC236}">
                <a16:creationId xmlns:a16="http://schemas.microsoft.com/office/drawing/2014/main" id="{4833FE10-03A4-BCF9-BDEA-9BDE86DFB3B2}"/>
              </a:ext>
            </a:extLst>
          </p:cNvPr>
          <p:cNvSpPr txBox="1"/>
          <p:nvPr/>
        </p:nvSpPr>
        <p:spPr>
          <a:xfrm>
            <a:off x="409144" y="751344"/>
            <a:ext cx="10943800" cy="1538883"/>
          </a:xfrm>
          <a:prstGeom prst="rect">
            <a:avLst/>
          </a:prstGeom>
          <a:noFill/>
        </p:spPr>
        <p:txBody>
          <a:bodyPr wrap="square" rtlCol="0">
            <a:spAutoFit/>
          </a:bodyPr>
          <a:lstStyle/>
          <a:p>
            <a:pPr algn="just"/>
            <a:r>
              <a:rPr lang="en-US" sz="2000" dirty="0"/>
              <a:t>2. Prompt:</a:t>
            </a:r>
          </a:p>
          <a:p>
            <a:pPr algn="just"/>
            <a:r>
              <a:rPr lang="en-IN" sz="2000" dirty="0"/>
              <a:t>I am 35 years old and work at a desk for most of the day. I want to improve my overall fitness and reduce my sedentary lifestyle. Suggest a simple daily routine with short movement breaks, suitable home exercises, and recovery tips that I can realistically follow alongside my work.</a:t>
            </a:r>
            <a:r>
              <a:rPr lang="en-US" dirty="0"/>
              <a:t> </a:t>
            </a:r>
          </a:p>
          <a:p>
            <a:endParaRPr lang="en-US" dirty="0"/>
          </a:p>
        </p:txBody>
      </p:sp>
      <p:pic>
        <p:nvPicPr>
          <p:cNvPr id="8" name="Picture 7">
            <a:extLst>
              <a:ext uri="{FF2B5EF4-FFF2-40B4-BE49-F238E27FC236}">
                <a16:creationId xmlns:a16="http://schemas.microsoft.com/office/drawing/2014/main" id="{CFDD564C-A5B0-CCE9-1379-DBE079C50C08}"/>
              </a:ext>
            </a:extLst>
          </p:cNvPr>
          <p:cNvPicPr>
            <a:picLocks noChangeAspect="1"/>
          </p:cNvPicPr>
          <p:nvPr/>
        </p:nvPicPr>
        <p:blipFill>
          <a:blip r:embed="rId3"/>
          <a:stretch>
            <a:fillRect/>
          </a:stretch>
        </p:blipFill>
        <p:spPr>
          <a:xfrm>
            <a:off x="839056" y="2148863"/>
            <a:ext cx="10293840" cy="4498518"/>
          </a:xfrm>
          <a:prstGeom prst="rect">
            <a:avLst/>
          </a:prstGeom>
        </p:spPr>
      </p:pic>
    </p:spTree>
    <p:extLst>
      <p:ext uri="{BB962C8B-B14F-4D97-AF65-F5344CB8AC3E}">
        <p14:creationId xmlns:p14="http://schemas.microsoft.com/office/powerpoint/2010/main" val="2820334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486E4EF-9C48-7FE8-72DF-F4FA41E0B32A}"/>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98420924-4C41-AA88-5F8B-4961B43809F7}"/>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a:t>
            </a:r>
            <a:r>
              <a:rPr lang="en-US" sz="2800" b="1" dirty="0">
                <a:sym typeface="Times New Roman"/>
              </a:rPr>
              <a:t>Project Output Screenshot</a:t>
            </a:r>
            <a:endParaRPr sz="2800" b="1" dirty="0">
              <a:sym typeface="Times New Roman"/>
            </a:endParaRPr>
          </a:p>
        </p:txBody>
      </p:sp>
      <p:pic>
        <p:nvPicPr>
          <p:cNvPr id="3" name="Picture 2">
            <a:extLst>
              <a:ext uri="{FF2B5EF4-FFF2-40B4-BE49-F238E27FC236}">
                <a16:creationId xmlns:a16="http://schemas.microsoft.com/office/drawing/2014/main" id="{3D6A066C-78B2-E0F9-B02C-06B9753E8245}"/>
              </a:ext>
            </a:extLst>
          </p:cNvPr>
          <p:cNvPicPr>
            <a:picLocks noChangeAspect="1"/>
          </p:cNvPicPr>
          <p:nvPr/>
        </p:nvPicPr>
        <p:blipFill>
          <a:blip r:embed="rId3"/>
          <a:stretch>
            <a:fillRect/>
          </a:stretch>
        </p:blipFill>
        <p:spPr>
          <a:xfrm>
            <a:off x="256853" y="919719"/>
            <a:ext cx="11477047" cy="5531134"/>
          </a:xfrm>
          <a:prstGeom prst="rect">
            <a:avLst/>
          </a:prstGeom>
        </p:spPr>
      </p:pic>
    </p:spTree>
    <p:extLst>
      <p:ext uri="{BB962C8B-B14F-4D97-AF65-F5344CB8AC3E}">
        <p14:creationId xmlns:p14="http://schemas.microsoft.com/office/powerpoint/2010/main" val="40429591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445008" y="464084"/>
            <a:ext cx="7123176" cy="523220"/>
          </a:xfrm>
          <a:prstGeom prst="rect">
            <a:avLst/>
          </a:prstGeom>
          <a:noFill/>
        </p:spPr>
        <p:txBody>
          <a:bodyPr wrap="square" rtlCol="0">
            <a:spAutoFit/>
          </a:bodyPr>
          <a:lstStyle/>
          <a:p>
            <a:r>
              <a:rPr lang="en-US" sz="2800" b="1" dirty="0"/>
              <a:t>Novelty and Uniqueness</a:t>
            </a:r>
            <a:endParaRPr lang="en-IN" sz="28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445008" y="987304"/>
            <a:ext cx="11301984" cy="5847755"/>
          </a:xfrm>
          <a:prstGeom prst="rect">
            <a:avLst/>
          </a:prstGeom>
          <a:noFill/>
        </p:spPr>
        <p:txBody>
          <a:bodyPr wrap="square" rtlCol="0">
            <a:spAutoFit/>
          </a:bodyPr>
          <a:lstStyle/>
          <a:p>
            <a:pPr algn="just"/>
            <a:r>
              <a:rPr lang="en-IN" sz="2000" dirty="0"/>
              <a:t>The proposed </a:t>
            </a:r>
            <a:r>
              <a:rPr lang="en-IN" sz="2000" b="1" dirty="0"/>
              <a:t>Fitness Buddy</a:t>
            </a:r>
            <a:r>
              <a:rPr lang="en-IN" sz="2000" dirty="0"/>
              <a:t> stands out by combining </a:t>
            </a:r>
            <a:r>
              <a:rPr lang="en-IN" sz="2000" b="1" dirty="0"/>
              <a:t>Agentic AI and personalization</a:t>
            </a:r>
            <a:r>
              <a:rPr lang="en-IN" sz="2000" dirty="0"/>
              <a:t> into a single fitness-focused system.</a:t>
            </a:r>
          </a:p>
          <a:p>
            <a:pPr algn="just"/>
            <a:endParaRPr lang="en-IN" sz="2000" dirty="0"/>
          </a:p>
          <a:p>
            <a:pPr marL="342900" indent="-342900" algn="just">
              <a:buFont typeface="Arial" panose="020B0604020202020204" pitchFamily="34" charset="0"/>
              <a:buChar char="•"/>
            </a:pPr>
            <a:r>
              <a:rPr lang="en-IN" sz="2000" b="1" dirty="0"/>
              <a:t>Personalized Fitness Guidance</a:t>
            </a:r>
            <a:r>
              <a:rPr lang="en-IN" sz="2000" dirty="0"/>
              <a:t> – Provides fitness suggestions based on the user's needs, goals, and preferences.</a:t>
            </a:r>
          </a:p>
          <a:p>
            <a:pPr marL="342900" indent="-342900" algn="just">
              <a:buFont typeface="Arial" panose="020B0604020202020204" pitchFamily="34" charset="0"/>
              <a:buChar char="•"/>
            </a:pPr>
            <a:r>
              <a:rPr lang="en-IN" sz="2000" b="1" dirty="0"/>
              <a:t>AI Fitness Assistance</a:t>
            </a:r>
            <a:r>
              <a:rPr lang="en-IN" sz="2000" dirty="0"/>
              <a:t> – Uses AI to provide workout, meal, motivation, habit-building, weight loss, and recovery guidance.</a:t>
            </a:r>
          </a:p>
          <a:p>
            <a:pPr marL="342900" indent="-342900" algn="just">
              <a:buFont typeface="Arial" panose="020B0604020202020204" pitchFamily="34" charset="0"/>
              <a:buChar char="•"/>
            </a:pPr>
            <a:r>
              <a:rPr lang="en-IN" sz="2000" b="1" dirty="0"/>
              <a:t>Conversational Interaction</a:t>
            </a:r>
            <a:r>
              <a:rPr lang="en-IN" sz="2000" dirty="0"/>
              <a:t> – Allows users to interact naturally with Fitness Buddy and ask questions related to their fitness and healthy lifestyle.</a:t>
            </a:r>
          </a:p>
          <a:p>
            <a:pPr marL="342900" indent="-342900" algn="just">
              <a:buFont typeface="Arial" panose="020B0604020202020204" pitchFamily="34" charset="0"/>
              <a:buChar char="•"/>
            </a:pPr>
            <a:r>
              <a:rPr lang="en-IN" sz="2000" b="1" dirty="0"/>
              <a:t>Adaptive Recommendations</a:t>
            </a:r>
            <a:r>
              <a:rPr lang="en-IN" sz="2000" dirty="0"/>
              <a:t> – Adjusts the guidance based on the user's input and requirements.</a:t>
            </a:r>
          </a:p>
          <a:p>
            <a:pPr marL="342900" indent="-342900" algn="just">
              <a:buFont typeface="Arial" panose="020B0604020202020204" pitchFamily="34" charset="0"/>
              <a:buChar char="•"/>
            </a:pPr>
            <a:r>
              <a:rPr lang="en-IN" sz="2000" b="1" dirty="0"/>
              <a:t>Multiple Fitness Features</a:t>
            </a:r>
            <a:r>
              <a:rPr lang="en-IN" sz="2000" dirty="0"/>
              <a:t> – Combines home workouts, meal ideas, motivation, habit building, weight loss tips, and recovery tips in one platform.</a:t>
            </a:r>
          </a:p>
          <a:p>
            <a:pPr marL="342900" indent="-342900" algn="just">
              <a:buFont typeface="Arial" panose="020B0604020202020204" pitchFamily="34" charset="0"/>
              <a:buChar char="•"/>
            </a:pPr>
            <a:r>
              <a:rPr lang="en-IN" sz="2000" b="1" dirty="0"/>
              <a:t>IBM Granite Integration</a:t>
            </a:r>
            <a:r>
              <a:rPr lang="en-IN" sz="2000" dirty="0"/>
              <a:t> – Uses IBM Granite through </a:t>
            </a:r>
            <a:r>
              <a:rPr lang="en-IN" sz="2000" b="1" dirty="0"/>
              <a:t>IBM watsonx.ai</a:t>
            </a:r>
            <a:r>
              <a:rPr lang="en-IN" sz="2000" dirty="0"/>
              <a:t> to generate personalized fitness-related responses.</a:t>
            </a:r>
          </a:p>
          <a:p>
            <a:pPr algn="just"/>
            <a:endParaRPr lang="en-IN" sz="2000" dirty="0"/>
          </a:p>
          <a:p>
            <a:pPr algn="just"/>
            <a:r>
              <a:rPr lang="en-IN" sz="2000" dirty="0"/>
              <a:t>This makes </a:t>
            </a:r>
            <a:r>
              <a:rPr lang="en-IN" sz="2000" b="1" dirty="0"/>
              <a:t>Fitness Buddy</a:t>
            </a:r>
            <a:r>
              <a:rPr lang="en-IN" sz="2000" dirty="0"/>
              <a:t> a </a:t>
            </a:r>
            <a:r>
              <a:rPr lang="en-IN" sz="2000" b="1" dirty="0"/>
              <a:t>personalized and interactive AI fitness assistant</a:t>
            </a:r>
            <a:r>
              <a:rPr lang="en-IN" sz="2000" dirty="0"/>
              <a:t>, rather than just a basic fitness information platform.</a:t>
            </a:r>
          </a:p>
          <a:p>
            <a:endParaRPr lang="en-IN" dirty="0"/>
          </a:p>
        </p:txBody>
      </p:sp>
    </p:spTree>
    <p:extLst>
      <p:ext uri="{BB962C8B-B14F-4D97-AF65-F5344CB8AC3E}">
        <p14:creationId xmlns:p14="http://schemas.microsoft.com/office/powerpoint/2010/main" val="23252822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dirty="0">
                <a:sym typeface="Times New Roman"/>
              </a:rPr>
              <a:t>Git Hub Link</a:t>
            </a:r>
            <a:endParaRPr sz="28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https://github.com/Sanjanag-611/Fitness-Buddy</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08449"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dirty="0">
                <a:sym typeface="Times New Roman"/>
              </a:rPr>
              <a:t>Future Scope </a:t>
            </a:r>
            <a:endParaRPr sz="2800" b="1" dirty="0">
              <a:sym typeface="Times New Roman"/>
            </a:endParaRPr>
          </a:p>
        </p:txBody>
      </p:sp>
      <p:sp>
        <p:nvSpPr>
          <p:cNvPr id="4" name="TextBox 3">
            <a:extLst>
              <a:ext uri="{FF2B5EF4-FFF2-40B4-BE49-F238E27FC236}">
                <a16:creationId xmlns:a16="http://schemas.microsoft.com/office/drawing/2014/main" id="{71222590-B4A2-560E-9CF4-6125D65E8521}"/>
              </a:ext>
            </a:extLst>
          </p:cNvPr>
          <p:cNvSpPr txBox="1"/>
          <p:nvPr/>
        </p:nvSpPr>
        <p:spPr>
          <a:xfrm>
            <a:off x="1208448" y="1129609"/>
            <a:ext cx="9927637" cy="3693319"/>
          </a:xfrm>
          <a:prstGeom prst="rect">
            <a:avLst/>
          </a:prstGeom>
          <a:noFill/>
        </p:spPr>
        <p:txBody>
          <a:bodyPr wrap="square" rtlCol="0">
            <a:spAutoFit/>
          </a:bodyPr>
          <a:lstStyle/>
          <a:p>
            <a:pPr marL="457200" indent="-457200">
              <a:buFont typeface="+mj-lt"/>
              <a:buAutoNum type="arabicPeriod"/>
            </a:pPr>
            <a:endParaRPr lang="en-IN" sz="2000" b="1" dirty="0"/>
          </a:p>
          <a:p>
            <a:pPr marL="457200" indent="-457200">
              <a:buFont typeface="+mj-lt"/>
              <a:buAutoNum type="arabicPeriod"/>
            </a:pPr>
            <a:r>
              <a:rPr lang="en-IN" sz="2000" b="1" dirty="0"/>
              <a:t>Integration with Wearables &amp; Fitness Devices –</a:t>
            </a:r>
            <a:br>
              <a:rPr lang="en-IN" sz="2000" dirty="0"/>
            </a:br>
            <a:r>
              <a:rPr lang="en-IN" sz="2000" dirty="0"/>
              <a:t>The system can be integrated with smartwatches and fitness trackers to collect data such as steps, calories burned, heart rate, and sleep patterns. This can help Fitness Buddy provide more personalized fitness guidance based on the user’s activity and health data.</a:t>
            </a:r>
          </a:p>
          <a:p>
            <a:pPr marL="457200" indent="-457200">
              <a:buFont typeface="+mj-lt"/>
              <a:buAutoNum type="arabicPeriod"/>
            </a:pPr>
            <a:endParaRPr lang="en-IN" sz="2000" dirty="0"/>
          </a:p>
          <a:p>
            <a:pPr marL="457200" indent="-457200">
              <a:buFont typeface="+mj-lt"/>
              <a:buAutoNum type="arabicPeriod"/>
            </a:pPr>
            <a:r>
              <a:rPr lang="en-IN" sz="2000" b="1" dirty="0"/>
              <a:t>AI-Powered Voice Assistant &amp; Multilingual Support –</a:t>
            </a:r>
            <a:br>
              <a:rPr lang="en-IN" sz="2000" dirty="0"/>
            </a:br>
            <a:r>
              <a:rPr lang="en-IN" sz="2000" dirty="0"/>
              <a:t>Fitness Buddy can be enhanced with a voice-enabled assistant and support for multiple languages, allowing users to interact naturally in their preferred language and making the solution more accessible to different users.</a:t>
            </a:r>
          </a:p>
          <a:p>
            <a:endParaRPr lang="en-US" dirty="0"/>
          </a:p>
        </p:txBody>
      </p:sp>
    </p:spTree>
    <p:extLst>
      <p:ext uri="{BB962C8B-B14F-4D97-AF65-F5344CB8AC3E}">
        <p14:creationId xmlns:p14="http://schemas.microsoft.com/office/powerpoint/2010/main" val="7400284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Certificates Earned:</a:t>
            </a:r>
          </a:p>
          <a:p>
            <a:pPr algn="ctr"/>
            <a:endParaRPr lang="en-US" dirty="0"/>
          </a:p>
        </p:txBody>
      </p:sp>
      <p:pic>
        <p:nvPicPr>
          <p:cNvPr id="10" name="Picture 9">
            <a:extLst>
              <a:ext uri="{FF2B5EF4-FFF2-40B4-BE49-F238E27FC236}">
                <a16:creationId xmlns:a16="http://schemas.microsoft.com/office/drawing/2014/main" id="{549D499B-4909-BF5A-A6E7-828892046D34}"/>
              </a:ext>
            </a:extLst>
          </p:cNvPr>
          <p:cNvPicPr>
            <a:picLocks noChangeAspect="1"/>
          </p:cNvPicPr>
          <p:nvPr/>
        </p:nvPicPr>
        <p:blipFill>
          <a:blip r:embed="rId2"/>
          <a:stretch>
            <a:fillRect/>
          </a:stretch>
        </p:blipFill>
        <p:spPr>
          <a:xfrm>
            <a:off x="1859623" y="884488"/>
            <a:ext cx="8075488" cy="5766132"/>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i="0" u="none" strike="noStrike" baseline="0" dirty="0">
                <a:solidFill>
                  <a:srgbClr val="000000"/>
                </a:solidFill>
                <a:latin typeface="Arial"/>
              </a:rPr>
              <a:t>Certificates Earned:</a:t>
            </a:r>
            <a:r>
              <a:rPr sz="2800" b="0" i="0" dirty="0">
                <a:solidFill>
                  <a:srgbClr val="000000"/>
                </a:solidFill>
                <a:latin typeface="Arial"/>
                <a:ea typeface="Arial"/>
                <a:cs typeface="Arial"/>
              </a:rPr>
              <a:t>​</a:t>
            </a:r>
            <a:endParaRPr lang="en-US" sz="2800" dirty="0"/>
          </a:p>
          <a:p>
            <a:pPr algn="ctr"/>
            <a:endParaRPr lang="en-US" dirty="0"/>
          </a:p>
        </p:txBody>
      </p:sp>
      <p:pic>
        <p:nvPicPr>
          <p:cNvPr id="3" name="Picture 2">
            <a:extLst>
              <a:ext uri="{FF2B5EF4-FFF2-40B4-BE49-F238E27FC236}">
                <a16:creationId xmlns:a16="http://schemas.microsoft.com/office/drawing/2014/main" id="{B5505A11-37AD-EB33-8E77-BBCEEF8FBC01}"/>
              </a:ext>
            </a:extLst>
          </p:cNvPr>
          <p:cNvPicPr>
            <a:picLocks noChangeAspect="1"/>
          </p:cNvPicPr>
          <p:nvPr/>
        </p:nvPicPr>
        <p:blipFill>
          <a:blip r:embed="rId2"/>
          <a:stretch>
            <a:fillRect/>
          </a:stretch>
        </p:blipFill>
        <p:spPr>
          <a:xfrm>
            <a:off x="1972638" y="1099335"/>
            <a:ext cx="8455632" cy="5250093"/>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353</TotalTime>
  <Words>1302</Words>
  <Application>Microsoft Office PowerPoint</Application>
  <PresentationFormat>Widescreen</PresentationFormat>
  <Paragraphs>111</Paragraphs>
  <Slides>24</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Sri Sanjana Gedela</cp:lastModifiedBy>
  <cp:revision>16</cp:revision>
  <dcterms:created xsi:type="dcterms:W3CDTF">2025-07-08T05:06:56Z</dcterms:created>
  <dcterms:modified xsi:type="dcterms:W3CDTF">2026-09-10T18:15:44Z</dcterms:modified>
</cp:coreProperties>
</file>